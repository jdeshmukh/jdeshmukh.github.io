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63" r:id="rId10"/>
    <p:sldId id="265" r:id="rId11"/>
    <p:sldId id="266" r:id="rId12"/>
    <p:sldId id="301" r:id="rId13"/>
    <p:sldId id="267" r:id="rId14"/>
    <p:sldId id="366" r:id="rId15"/>
    <p:sldId id="268" r:id="rId16"/>
    <p:sldId id="309" r:id="rId17"/>
    <p:sldId id="302" r:id="rId18"/>
    <p:sldId id="304" r:id="rId19"/>
    <p:sldId id="303" r:id="rId20"/>
    <p:sldId id="305" r:id="rId21"/>
    <p:sldId id="365" r:id="rId22"/>
    <p:sldId id="270" r:id="rId23"/>
    <p:sldId id="277" r:id="rId24"/>
    <p:sldId id="271" r:id="rId25"/>
    <p:sldId id="272" r:id="rId26"/>
    <p:sldId id="306" r:id="rId27"/>
    <p:sldId id="273" r:id="rId28"/>
    <p:sldId id="308" r:id="rId29"/>
    <p:sldId id="310" r:id="rId30"/>
    <p:sldId id="311" r:id="rId31"/>
    <p:sldId id="307" r:id="rId32"/>
    <p:sldId id="312" r:id="rId33"/>
    <p:sldId id="274" r:id="rId34"/>
    <p:sldId id="313" r:id="rId35"/>
    <p:sldId id="314" r:id="rId36"/>
    <p:sldId id="275" r:id="rId37"/>
    <p:sldId id="364" r:id="rId38"/>
    <p:sldId id="315" r:id="rId39"/>
    <p:sldId id="276" r:id="rId40"/>
    <p:sldId id="316" r:id="rId41"/>
    <p:sldId id="31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58" autoAdjust="0"/>
    <p:restoredTop sz="94660"/>
  </p:normalViewPr>
  <p:slideViewPr>
    <p:cSldViewPr snapToGrid="0">
      <p:cViewPr varScale="1">
        <p:scale>
          <a:sx n="93" d="100"/>
          <a:sy n="93" d="100"/>
        </p:scale>
        <p:origin x="279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1-13T01:35:06.3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7955 12065 0,'0'-18'0,"35"18"31,-17 0 0,17 36-15,177 52 15,123 106-15,-247-141-16,-52-36 15,69 36 1,-69-17 15,-19-19-31,1-17 16,17 0 0,-35 18-1,18-18 16,0 0 32</inkml:trace>
  <inkml:trace contextRef="#ctx0" brushRef="#br0" timeOffset="1168.12">9737 12277 0,'0'105'0,"0"-52"15,0 36 1,-18 34-1,-17 89 32,35-195-47,0 1 16,0-36 62,0-35-78,0 1 16,17-19-1,-17-52 1,0 70-16,18 0 16,88-230 15,-106 266-16,0-1 1,17 1 0,1 17 15,17 0-31,18 35 31,-17-35-31,-1 88 16,18-17-1,0 52 1,-18-70 0,-35 18-1,18 70 1,17-88 15,-35-36-15,0 1-16,0-1 31,0 1-15,-18-18 62,1-35-63,-19 17 1,19-17 0,-71-18-1</inkml:trace>
  <inkml:trace contextRef="#ctx0" brushRef="#br0" timeOffset="1634.28">9666 12577 0,'35'0'15,"-17"0"-15,35-18 16,123 0 15,-123 1-31,0 17 16,-35 0 0,17 0-1,-17 0 16</inkml:trace>
  <inkml:trace contextRef="#ctx0" brushRef="#br0" timeOffset="2482.91">10830 12488 0,'0'-17'0,"-17"17"32,-1 0-32,-17-18 15,-53 18 16,52 0 1,1 0-17,35 18 1,-18-1 0,1 19-1,-1-1 1,18 0-1,0 0 1,18-17 0,52 35-1,-34-53 1,34 18 0,-17-18-1,-18 0 1,1-18 15,-19 18-15,1 0-1,-1-18 1,-17 1 0,18 17-1</inkml:trace>
  <inkml:trace contextRef="#ctx0" brushRef="#br0" timeOffset="3230.16">11148 12241 0,'0'36'47,"0"52"-31,0-35-16,0 53 31,17-89-31,1 36 15,0 18 1,-1-18 0,-17 0-1,0 17 1,0-35 15,0-17-31,0 0 31,0-1 1</inkml:trace>
  <inkml:trace contextRef="#ctx0" brushRef="#br0" timeOffset="3795.53">11060 12541 0,'17'-17'47,"18"17"-47,36 0 15,-18 0 1,18 0-16,34 0 16,19-18-1,-54 18 1,-70-18 15,18 18-15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56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73.35243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2-01-22T00:57:03.1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21775 8586 0,'13'53'16,"14"13"-1,-27-40 1,13 27 0,0 66-1,-13-92 1,14 131 15,-14-118 0,0-27 1,0-26 30,0 0-46,0 0 31,0-14-47,0 1 15,0-120 17,0 120-17,0-14-15,0 27 16,0-14-1,0 14-15,0-40 32,0 27-1,0-14-15,0 14-1,0-14 16,13 27 1,0-27-1,0 40 0,1 26 47,12 1-62,-26-14-16,26 14 16,-26-1 15,0 1-16,0 78 32,-13-78-31,0-27-16,13 26 0,-66 1 47,13-27-16,40 0-15,-14 0-16,14 0 15,0 0 17</inkml:trace>
  <inkml:trace contextRef="#ctx0" brushRef="#br0" timeOffset="1058.58">22172 8864 0,'-13'0'78,"13"13"-62,-13 13 15,13-13-15,0 14-16,0-14 15,26 27 16,-13-27-15,-13 0 0,14-13-16,-1 27 15,0-14 1,-13 0-16,40 0 47,-27-13-47,0 0 31,0 0-31,27-39 16,-13 12-16,12 1 15,-12-40 17,-41 13-1,-25 13 16,26 40-47,-1-13 15,-12 13 1,-27 0 15,13 0-15,14 0 15,13 0 0,-14 92 16,27-78-47</inkml:trace>
  <inkml:trace contextRef="#ctx0" brushRef="#br0" timeOffset="1925.13">22701 8797 0,'-13'0'16,"0"0"-16,0 0 15,-1 0 1,1 0-1,0 0 1,0 40 15,13-13-15,13-1 31,0-13-32,119 14 32,-132-14-31,14-13 15,-14 40 16,0-27-31,0 0-16,0 0 15,-14-13 17,1 0-17,-13 0 1,-14-13-1,27 13 1,-14 0 0,1 0 31</inkml:trace>
  <inkml:trace contextRef="#ctx0" brushRef="#br0" timeOffset="2642.41">23006 8480 0,'0'26'0,"-14"1"15,14 12-15,0-12 16,-13 158 15,13-145-15,0 0-16,-13-1 15,0 41 1,13 65 15,0-79 16,13-52-16,0-14 16,0-14-31,1 1 0,-1 13-16,26-26 31,-39-1-16,14-39 17,-1 53-32,-13 0 15,13-14 1</inkml:trace>
  <inkml:trace contextRef="#ctx0" brushRef="#br0" timeOffset="3172.8">22939 8850 0,'27'0'31,"13"-13"-16,26 0 17</inkml:trace>
  <inkml:trace contextRef="#ctx0" brushRef="#br0" timeOffset="3937.21">23588 8374 0,'-27'0'15,"14"13"1,13 1 0,-13 12-16,-14 53 15,27-52 1,-13 184 31,0-158-47,13 93 31,66 39 0,27-79 1,-67-80-17,0 1-15,14 13 16,39 26 15,-39-27 0,-27-39-15</inkml:trace>
  <inkml:trace contextRef="#ctx0" brushRef="#br0" timeOffset="5755.76">24143 8572 0,'-13'0'94,"0"0"-79,-14 0 1,14 14-16,0-14 15,0 13-15,-1 0 16,1-13 15,13 27-15,80 92 31,-67-106-32,0-13-15,13 13 32,-12 0-1,12 1-15,-13-1-1,1 0 1,12 27 31,-13-1-16,-13-25-15,-26 12 15,-40-13-16,39-13 1,-65-13 15,78 13 16,14-13 0,14 13-16</inkml:trace>
  <inkml:trace contextRef="#ctx0" brushRef="#br0" timeOffset="6614.09">24408 8916 0,'-13'0'47,"13"14"-47,-14 65 47,14-66-32,0 1-15,0 12 31,14 0-15,12-12 15,1-1 1,65-40 14,-92 14-46,0 0 16,0-13 15,0-1-31,0 1 16,-26-14 31,-14 13 0,27 27-16,0 14 47,13-1-47,0 13-31</inkml:trace>
  <inkml:trace contextRef="#ctx0" brushRef="#br0" timeOffset="7472.12">25413 9036 0,'13'13'47,"-13"0"-31,0 0-16,-52 120 31,12-81-16,-66 41 17,80-80-32,-14 0 31,66-39 31,27 0-46</inkml:trace>
  <inkml:trace contextRef="#ctx0" brushRef="#br0" timeOffset="8609.5">25612 8692 0,'-27'463'141,"27"-490"-94,0 1-47,0-14 15,0-26 1,0 13 0,0-26-16,0 39 15,13-13 1,-13-26 15,14 52-31,-14 1 31,13-41 1,13 15 14,-12 52-14,12 26-17,1-13 1,39 80 15,-53-14 0,-13-66-31,0 54 32,0-28-17,0-25 17,-40 12-1,1-26 31,25 0-46,1 0 0,0-13-1</inkml:trace>
  <inkml:trace contextRef="#ctx0" brushRef="#br0" timeOffset="9147.12">25969 8625 0,'0'14'16,"-13"25"-1,13-25-15,0 105 32,0-106-17,0 13-15,0-12 16,0 12-1</inkml:trace>
  <inkml:trace contextRef="#ctx0" brushRef="#br0" timeOffset="9449.57">26009 8387 0,'13'14'93,"13"52"-77</inkml:trace>
  <inkml:trace contextRef="#ctx0" brushRef="#br0" timeOffset="10177.5">26247 8612 0,'-14'0'15,"1"0"1,0 0-16,0 13 31,0 1-31,13-1 16,-14 27-1,14 92 32,0-119-31,0 14 0,40 25 30,-14-38-30,41-14 15,-54 0-15,26 0 0,-25-14-1</inkml:trace>
  <inkml:trace contextRef="#ctx0" brushRef="#br0" timeOffset="11170.7">26551 8480 0,'-13'40'16,"26"-80"-16,-40 172 0,14-92 15,13 0 1,-39 105 15,39-118-15,0-1-16,13-26 78,13-13-63,1 0 1,-1-40-16,54-159 94,-120 238-63,-40 41 0,41 12 16,39-66-16,79 40 16,-66-53-47,14 13 16,26 14 15,-27-1 0</inkml:trace>
  <inkml:trace contextRef="#ctx0" brushRef="#br0" timeOffset="12232.55">27001 8401 0,'0'39'47,"0"239"15,0-252-46,0 1-16,0-1 16,-27 107 15,14-67-16,0 13 17,0-39-17,13-27 17,-14-13 218,-25 0-235,25 0 1,-12 13-16,13-13 15,0 14-15,-1-14 16,14 13 31</inkml:trace>
  <inkml:trace contextRef="#ctx0" brushRef="#br0" timeOffset="13203.61">27570 8811 0,'13'0'32,"0"0"-17,0 0-15,40 0 16,40 0 0,66-14 30,-173 14 48,1 27-78</inkml:trace>
  <inkml:trace contextRef="#ctx0" brushRef="#br0" timeOffset="13715.61">27530 9036 0,'13'0'31,"0"-14"-31,27 14 16,79 0-1,-26 0 17,-67-13-17,-13 13 16</inkml:trace>
  <inkml:trace contextRef="#ctx0" brushRef="#br0" timeOffset="23989.23">28919 8295 0,'-13'0'16,"-1"0"0,1 0-16,-13 0 15,-1 0-15,14 0 16,-13 13 0,12-13-1,1 26 32,0-12-47,-40 131 47,53-132-31,0 27-1,0-27 16,13-13 16,27 0-31,13 40 15,13 0 16,-53-40-31,14 26-1,26 67 32,-53-80-31,13 13-1,-13-12-15,0 25 47,0-25 0,-13-14-47,-1 0 16,1-27-1,-66 1 17,39-27-17,14 39 32,26 1 0,-14 13-31</inkml:trace>
  <inkml:trace contextRef="#ctx0" brushRef="#br0" timeOffset="24547.08">29104 8639 0,'13'0'31,"1"13"0,-14 0-31,0 27 16,0-1 0,-14 81 31,14-107-47,0 0 31,0 40-16</inkml:trace>
  <inkml:trace contextRef="#ctx0" brushRef="#br0" timeOffset="25714.41">28575 7858 0,'0'13'31,"-13"1"-15,13-1-16,0 66 31,66 80 16,-53-159-47,-13 26 16,13-26-16,1 14 15,-14-1 32,0 0-47,-27 119 63,1-132-48,12 27-15,1-14 16,-79 14 31,78-41 15,1 14-46,13 14 78,0 12-79,13 27 1,14 132 0,-1-13 15,1-93-16,-14-65 1,-13 12 0,13-13-1,27 27 32,-27-40-47,0 0 16,-13 13-1,14-13 1</inkml:trace>
  <inkml:trace contextRef="#ctx0" brushRef="#br0" timeOffset="26933.46">29554 7594 0,'13'26'125,"0"14"-110,14 52 1,-27-65 0,0-1-16,0 40 15,0-13 1,0-39 0,-40 38 46,40-38-62,0-1 63,13 13-63,14 27 15,-1 0 1,14-13-1,-14-27 32,-12-13-15,-1 0-32,0 0 15,-13 13 1,27 1-1,-14 65 1,13 53 15,-26-52-31,0 78 47,0-144-31,0-1-1,0 0 1,-13-13 47,-13 0-48,12 0 1,-25 0-16,12 0 0</inkml:trace>
  <inkml:trace contextRef="#ctx0" brushRef="#br0" timeOffset="28167.84">21603 10173 0,'13'66'16,"-26"-132"-16,40 212 0,26 13 16,-27-93-1,14 53 1,-14 26 15,-13-92-15,-13-26 15,-26-14 16,0-26-31</inkml:trace>
  <inkml:trace contextRef="#ctx0" brushRef="#br0" timeOffset="28992.66">21881 10266 0,'13'0'0,"1"0"0,-1 0 16,26 0-16,41 66 47,-67-40-31,0 27-1,-13 14 32,0-41-47,-53 27 47,53-40-47,-26-13 16,-1 0-16,1 13 15,0-13 1,-1 14-16,-39-14 31,26 0 16,27 0-47,-13-14 31,26 1 47</inkml:trace>
  <inkml:trace contextRef="#ctx0" brushRef="#br0" timeOffset="29593.65">21722 10345 0,'14'-13'15,"-14"0"1,13 13-16,13-13 15,-13-1-15,67-25 32,12 39 15,-78 0-32,-14 13 32,0 0-47</inkml:trace>
  <inkml:trace contextRef="#ctx0" brushRef="#br0" timeOffset="30527.25">22278 10557 0,'0'13'63,"0"0"-48,0 14 1,0-14-16,0 27 31,26 132 0,-26-146-15,53 14 15,-39-27-15,52-13-1,-13-26 17,-40-14-17,-13-13 17,0 13-1,-40-13 0,-13 27-31,0 13 31,40 13-15,0 0 0</inkml:trace>
  <inkml:trace contextRef="#ctx0" brushRef="#br0" timeOffset="31355">22648 10623 0,'0'13'79,"0"14"-64,0-14-15,53 53 63,-40-53-63,1 1 15,52 12 17,-40-26-32,1 0 15,-14 53 48,-13-40-48,0 14-15,0-14 16,-13 0 0,0-13-1,-14 13 1,14-13-1,-40-26 17,40 13 30,26-1-15,13 14-47,1 0 16</inkml:trace>
  <inkml:trace contextRef="#ctx0" brushRef="#br0" timeOffset="31914.31">23164 10398 0,'0'0'0,"0"27"0,14 356 78,12-343-62,-26-14 0,0 1-16,26-1 15,-12 14 1,-1-40 0,0 0-1,53-26 32,-39-1-47,-1 14 16,-26-14-16,13-12 31</inkml:trace>
  <inkml:trace contextRef="#ctx0" brushRef="#br0" timeOffset="32450.51">23098 10610 0,'13'0'0,"40"0"32,-39 0-32,12 0 15,14 0-15,52 0 47</inkml:trace>
  <inkml:trace contextRef="#ctx0" brushRef="#br0" timeOffset="34031.49">22609 10610 0,'13'-13'156,"-13"-1"-156,13 14 16,0-13 0,1 13-16,-1 0 15,0-13 32,0 13-16,0 0 1,1 0-17,-1 0-15,0 0 16,0 0-1,1 0 17,-1 0 30,0 0-46,-13 13-1,13-13 1</inkml:trace>
  <inkml:trace contextRef="#ctx0" brushRef="#br0" timeOffset="34779.82">23984 10001 0,'-26'13'15,"0"-13"-15,12 40 16,-52 40 0,40-28-1,-14 1 1,14 66 15,-27 53 0,53-13-15,0-79 0,26 52 15,67 79 0,-80-197 0,40 52-15,-40-53 15,0-13-15,27 13 15,-40 1-15</inkml:trace>
  <inkml:trace contextRef="#ctx0" brushRef="#br0" timeOffset="35766.28">24474 10478 0,'-40'13'109,"27"0"-77,13 0-32,0 0 15,0 1 1,0 12 15,27-13 0,-14 1-31,13-1 32,1 0-17,-1-13 1,27 40 31,-40-27-16,-13 13 0,0-12-15,-26 39 15,-106-1 16,118-52-31,-25 0-16,25 0 31,-12 0-31,13 0 16,-1 0-16,1-13 15,-13 0 1,13 13 31</inkml:trace>
  <inkml:trace contextRef="#ctx0" brushRef="#br0" timeOffset="36281.64">24778 10861 0,'0'13'47,"0"14"-47,0-1 16,0-12-16,0 25 31,27-39 16,-14 0-47,-13 13 47</inkml:trace>
  <inkml:trace contextRef="#ctx0" brushRef="#br0" timeOffset="36814.21">25149 10861 0,'13'27'16,"-26"-54"-16,26 67 0,-13-14 16,0-12-16,0 12 15,-13 53 17,-54 1-1,54-80-16,0 13 1,26-13 62,14-13-62,-14 13-16</inkml:trace>
  <inkml:trace contextRef="#ctx0" brushRef="#br0" timeOffset="37974.83">25466 10438 0,'13'53'16,"1"-40"-16,-1 53 16,-13 66 15,0-92-15,0-27-16,0 1 0,0 12 15,0-39 79,0-40-78,13 26-1,-13 1-15,13-1 16,14-65-1,-1 52 17,-13 40-1,1 13-15,-1 27 15,13 79-16,-26 0 17,0-92-17,27-14 32,-14-40-16,-13 1-15,13-14-16,14-79 31,26 0 1,-40 106-1,0 13-16,40 79 17,-13 14-1,-27-14-15,0-13 15,0-66 0</inkml:trace>
  <inkml:trace contextRef="#ctx0" brushRef="#br0" timeOffset="38878.46">26207 10623 0,'0'13'15,"0"27"1,-13-27 0,13 14-16,0 12 31,13 1-16,27 0 32,-14-40-47,14 0 32,13-14-1,-40 1-16,13-53 17,-52-53 15,-1 93-47,14 26 15,-40-40 32,40 27-47,0 13 16,-27 0 15,27 13-31,-13 93 62,26-67-15,0-25-31</inkml:trace>
  <inkml:trace contextRef="#ctx0" brushRef="#br0" timeOffset="39678.24">26591 10583 0,'0'14'15,"13"12"1,0-13-16,-13 0 16,0 14-1,27 26 1,-14 13 15,13 13 0,-13-65-15,1-14 15,-1 0 16,0 0-47,0-14 16,27-52-1,0-145 17,-40 118-1,0 67-31,13-14 16,-13 0 15,0 53 47,0 1-78,0 39 47</inkml:trace>
  <inkml:trace contextRef="#ctx0" brushRef="#br0" timeOffset="40618.54">26988 10663 0,'0'0'0,"13"26"15,13-26-15,-13 0 16,27 0 46,13-26-46,-53 12-16,13-12 16,14-106 46,-41 132-62,1-13 16,-13 13 15,-27 26 0,40-13-15,-1 40 15,1-13-15,13-14-1,13 80 32,1-106-31,-14 27-16,39 25 31,-25-25-15,38-1 15,-12-26 0,0 0 16,-27 0-47,0-13 31,14 0-15,-14 0 15,-39 13 16</inkml:trace>
  <inkml:trace contextRef="#ctx0" brushRef="#br0" timeOffset="42958.95">24818 10689 0,'13'0'47,"27"199"156,-40-186-203,0 13 32,0-12 15,0-1-32,0-26 173,0-14-188,0 14 15,-13 0 17,13-1-1,0-12-16,0 13 1,0-1 0,0 1-16,0 0 93,0 0-77,0 0 0,0-1 31,-14 14-32,1 0 1,13-13-1,-13 13 1,13 40 78,0-1-94,0 1 15,0-13 1,0 12 0,0 1-16,0-27 15,13 40 17,-13-40 30,0-26 110,13-13-172,-13-1 0,0 14 16,14-13-1,-1-1 1,40-13 15</inkml:trace>
  <inkml:trace contextRef="#ctx0" brushRef="#br0" timeOffset="44276.94">27371 10107 0,'13'13'0,"1"-13"16,-1 27-16,79 92 47,-65-79-32,-14-1-15,14 14 16,-1 66 15,-13 27 0,0-67-15,-13 0 15,-26 27 0,13-53-15,-14 13 0,1-26-1,-14-14 17,27 1-17,-13 26 16,26-40 32,0 0-47,-14 27 15,41-66 47,12-1-62</inkml:trace>
  <inkml:trace contextRef="#ctx0" brushRef="#br0" timeOffset="45132.78">28363 10306 0,'14'0'16,"-1"0"62,0 0-78,0 0 15,0 0 1,1 0-16,25 0 16,-25 0-1,-1 0 63,0 0-46,0 0-17,1 0 63,-1 0-62,0 0 15,0 0 47</inkml:trace>
  <inkml:trace contextRef="#ctx0" brushRef="#br0" timeOffset="45764.24">28324 10597 0,'13'0'16,"0"0"-16,66 0 47,-52 0-47,105 0 46,-105 0-30,-14 0 15,0 0-15</inkml:trace>
  <inkml:trace contextRef="#ctx0" brushRef="#br0" timeOffset="69159.23">29170 9962 0,'-13'0'172,"13"-14"-156,-13 14 203,0 14-204,-1-14-15,14 13 16,-13 0 15,13 0-15,0 0 31,0 1-16,0-1 0,0 0-15,13 0 15,1-13-15,-14 14 15,13-1-15,0-13-1,-13 26 1,13-26-1,1 40 17,-14-27-17,0 14 17,0-14-32,0 13 15,0-12 1,-80 65 31,67-79-32,0 13-15,-14 0 16,1 14 0,13-27 30,-1 0-46,41 0 157,-1 26-157,-26-12 15,27 12-15,-1 14 16,-13-1-16,14-12 16,-27-1-16,53 54 46,-53-54-46,13-13 16,0 1-16,0-14 47,1 0-47,12 0 47,-13 0-32,1 0 1,39-14 15,-27-12-15,0-1 15,-12 27-15,-14-13 31</inkml:trace>
  <inkml:trace contextRef="#ctx0" brushRef="#br0" timeOffset="94428.47">29752 10649 0,'27'0'0,"-14"0"16,27 0-16,13 0 16,291 27-1,-106-27 17,119 0-17,-79-27 16,0 1 16,-252 26-31</inkml:trace>
  <inkml:trace contextRef="#ctx0" brushRef="#br0" timeOffset="95642.46">31856 9432 0,'13'14'15,"14"12"-15,-14 27 0,13-40 16,1 53 31,-27-52-47,-14 105 47,1-66-32,-66 66 1,52-66 15,27-27 16,0 0-31,0-12-16,67 52 47,-54-66-32,13 0-15,-13 0 16,40 0 15,-39 0-31,-14 40 172,-27-14-156,27 14-16,0-1 15,-26 14 1,-80 119 31,-53 0 15,146-159-62,-14-13 16,1 27-16,13-27 47</inkml:trace>
  <inkml:trace contextRef="#ctx0" brushRef="#br0" timeOffset="107205.93">22516 11933 0,'0'39'15,"0"28"-15,0-1 32,0-13-32,0 119 15,0-120 32,0-91 109,0-1-140,0 0-16,0 14 16,0-14-16,0 14 15,-26-40 16,26 26 1,0-26-17,39-40 32,-26 106-31,1-13-16,52-27 31,-26 40-15,-27-13-16,66 0 47,-39 39-1,-27 1-46,27 39 32,-27-27-1,-13 1-15,-40-40 15,-26 0-16,53 0 32,-27 0-15,14 0 14,13 0-30,-14 0 15,27 13 1</inkml:trace>
  <inkml:trace contextRef="#ctx0" brushRef="#br0" timeOffset="108086.54">22860 12131 0,'-40'0'16,"80"0"-16,-93 27 0,27-27 15,-1 0 1,27 13-16,-26 13 16,26 1 15,0-14-31,39 66 31,14-39 0,-13 0-15,-27-40 15,80-27 16,-80 1-47,14-27 31,-27-26 1,-40 39-17,13 13 1,1 14 15</inkml:trace>
  <inkml:trace contextRef="#ctx0" brushRef="#br0" timeOffset="108998.9">23442 12012 0,'-13'0'0,"-14"0"16,1 13-16,-1 14 16,-12-1-1,26-26-15,13 13 32,0 1 14,0-1-46,13-13 16,-13 13 0,26-13-16,-13 13 15,1 1 1,131-1 31,-132 27 31,1-14-78,-14 0 16,0-12-1,-80 12 32,54-26-47,-1 0 16,-65 13 31,79-13-32,-1 0 1</inkml:trace>
  <inkml:trace contextRef="#ctx0" brushRef="#br0" timeOffset="109655.13">23879 11880 0,'0'39'0,"0"-78"0,0 118 15,13-26-15,-13 0 16,13 198 31,-13-185-32,0-13 1,27-53 78,131-66-63,-118 53-15,-27 13-16,0 0 15,1-13 1</inkml:trace>
  <inkml:trace contextRef="#ctx0" brushRef="#br0" timeOffset="110504.59">23720 12131 0,'53'0'47,"0"0"-32,-27 0 1,1 0-16,-1 0 16,1 0-1,-14 0 1,13 0-16,1 0 15,-1 0 1,1 0 15,39 0 1,-53 0-1</inkml:trace>
  <inkml:trace contextRef="#ctx0" brushRef="#br0" timeOffset="111235.98">24805 11748 0,'-27'0'16,"14"13"0,-80 40-1,-39 79 32,132-106-47,-26 27 16,12 252 31,54-173-32,79-13 16,-79-79-15,172 92 47</inkml:trace>
  <inkml:trace contextRef="#ctx0" brushRef="#br0" timeOffset="112215.06">25096 11933 0,'-27'0'15,"1"0"1,-1 0-16,14 13 16,-27 0-1,27 0 16,13 1-15,-13-14-16,13 13 16,0 13-1,53 54 32,-40-80-31,0 0 15,1 0-15,-1 13-1,13 0 1,27 40 46,-53-40-62,0 14 16,0-14 0,0 13-1,-344 80 173</inkml:trace>
  <inkml:trace contextRef="#ctx0" brushRef="#br0" timeOffset="112870.79">25281 12277 0,'0'13'63,"0"13"-63,0 107 109</inkml:trace>
  <inkml:trace contextRef="#ctx0" brushRef="#br0" timeOffset="113815.7">25625 11748 0,'26'0'16,"1"39"-16,-1 1 15,14 0-15,39 105 32,-52-79-32,12 172 31,-39-145-15,-26 13 15,-27-27 0,-39 1-15,78-80-1,1 13-15,0-13 32,0 13-1,-1 13-16,1-26 32</inkml:trace>
  <inkml:trace contextRef="#ctx0" brushRef="#br0" timeOffset="-186739.67">22529 3228 0,'0'13'62</inkml:trace>
  <inkml:trace contextRef="#ctx0" brushRef="#br0" timeOffset="-186332.8">22410 3109 0,'0'13'0,"0"80"16,-13 224 46,13-237-62,-13-41 16,13-12-16,0 26 31,0-40-15,-13-26 78</inkml:trace>
  <inkml:trace contextRef="#ctx0" brushRef="#br0" timeOffset="-185571.92">22318 3201 0,'0'-13'16,"0"26"-16,26-39 0,278-53 141,-198 211-95,-106-106-30,0 27 15,-13-39-15,-66 38 15,52-38-15,-26-1 31,27-13-32,12 0 1,14 13 15,-13-13 16</inkml:trace>
  <inkml:trace contextRef="#ctx0" brushRef="#br0" timeOffset="-184622.37">22834 3479 0,'-14'13'0,"28"-26"0,-54 40 16,27-14-16,-1 0 0,-39 53 62,53-39-46,0-14 0,0 0-16,0 14 31,0-14-31,14 27 16,25-14 15,28-92 63,-54 53-79,0-27-15,-13-13 47,0 40-16,0 0 1</inkml:trace>
  <inkml:trace contextRef="#ctx0" brushRef="#br0" timeOffset="-183666.68">23244 3479 0,'-14'0'63,"-12"0"-63,13 0 15,-40 27 1,53-14 15,185 159 204,-172-159-235,-13 0 15,-13 1 16,0-1-15,0-13 0,-40 13 15,26-13-15,1 0-16,-1 0 15,14 0 1,0 13 15,0-13-15</inkml:trace>
  <inkml:trace contextRef="#ctx0" brushRef="#br0" timeOffset="-183044.05">23693 3188 0,'0'27'15,"0"-54"-15,0 93 0,0-39 16,0 13-16,0 198 63,0-185-63,0-14 15,-13 14 1,26 13 15,-13-52 0,14-14 1,12 0-17,-13 0 1,27-14 15,-40 1-15,0-27 15</inkml:trace>
  <inkml:trace contextRef="#ctx0" brushRef="#br0" timeOffset="-182510.86">23720 3492 0,'106'0'16,"-212"0"-16,265 0 15,-120 0-15,-25 0 16,25 0 15,-26 0 0</inkml:trace>
  <inkml:trace contextRef="#ctx0" brushRef="#br0" timeOffset="-180668.78">22423 992 0,'-52'13'63,"25"14"-63,-26 26 15,-66 119 1,66-27 31,66-105-32,67 0 17,-14-40-17,27 13 16,-80 0-15,-13 27 0,-106 132 31,53-146-32,27-13-15,-107 27 31,120-40-15,0 0-16,26 0 109,0 0-46,0 27-47,14-1-16,-14-13 0,0 1 15,1-1 1,-1-13-1,0 0 1,0 0 15,14-13-15,-14 13-16,27-27 47,-1 1-16,41 12 16,-41 1-31,-12 0-16,39 0 15,-13-1 32,-40 14-16,-13-13 16</inkml:trace>
  <inkml:trace contextRef="#ctx0" brushRef="#br0" timeOffset="-178611.47">23085 1177 0,'-27'0'110,"14"14"-110,-13 12 31,26-13-31,-27 40 31,27-40-31,0 1 16,0-1-1,53 0 32,-13-13-31,66 13 15,-80 1-15,1-14-1,-14 39 17,0 14-1,-13-13 16,-40-14-32,1-26 1,-1 14 15,-26-1 16,53-13-31</inkml:trace>
  <inkml:trace contextRef="#ctx0" brushRef="#br0" timeOffset="-177855.15">23548 1455 0,'-27'13'16,"14"14"15,13-14-16,0 0-15,0 1 0,0 25 16,40 27 31,0-52-31,39-14 15,14-40 0,-41 0-15,-38-13 31,-14 40-32,0 0-15,-14 13 16,-12-13-1,13 13 1,-27-14 47,27 14-48,0 0 1,13 14-1</inkml:trace>
  <inkml:trace contextRef="#ctx0" brushRef="#br0" timeOffset="-177412.18">24249 1601 0,'0'13'16,"-40"199"62,27-173-78,0-25 15,13 12 1</inkml:trace>
  <inkml:trace contextRef="#ctx0" brushRef="#br0" timeOffset="-176632.29">24699 1072 0,'0'13'15,"0"-26"-15,-27 39 0,14-13 16,0 0-16,0 1 16,-1-1-16,14 13 15,-26 54 16,39-41 16,0-39-47,1 14 16,39-1 15,-27 0-31,1-13 31,-14 27 1,-13 52-1,0-66-15,13 0-1,-92 27 16,52-40 1,14 0-17,13 13 32</inkml:trace>
  <inkml:trace contextRef="#ctx0" brushRef="#br0" timeOffset="-176268.77">25109 1416 0,'0'13'0,"0"40"16,0 0-1,0 13 1,0-53-1,0 13-15,0 1 16,0-1 0,0-12 31</inkml:trace>
  <inkml:trace contextRef="#ctx0" brushRef="#br0" timeOffset="-175183.27">25347 767 0,'13'0'16,"1"0"-16,-1 0 15,13 0-15,40 80 31,-66-41 1,0 107-1,-26-93-15,-1 26 15,54-79 63,92 40 77,-119-27-171,13-13 16,-13 27-16,0 25 16,13 107 15,-13-66 0,0-27-15,0 13 15,-13-79 32,0 0-48,0 0 1,-14 14-1,14-14 17</inkml:trace>
  <inkml:trace contextRef="#ctx0" brushRef="#br0" timeOffset="-174078.97">20717 1310 0,'-13'26'16,"26"-52"-16,-26 79 0,13-27 16,0 14-16,66 238 47,-27-212-16,-25-40-31,65 27 15,-26-13 1,79 26 15,1-66 1,-54 0-1,-66-40 0,-13 27-15</inkml:trace>
  <inkml:trace contextRef="#ctx0" brushRef="#br0" timeOffset="-172890.75">20704 1296 0,'13'0'79,"27"-26"-79,-1 13 15,-26 0-15,14-14 16,13 27-16,39-26 31,-26 12-15,40-12 15,-54 26-31,14 0 47,-40 0-32,1 0 1</inkml:trace>
  <inkml:trace contextRef="#ctx0" brushRef="#br0" timeOffset="-172387.99">21484 1442 0,'27'0'16,"-14"0"0,13 0-1,93 0 1,-92 0-1,-1 0 32</inkml:trace>
  <inkml:trace contextRef="#ctx0" brushRef="#br0" timeOffset="-171953.72">21603 1640 0,'13'0'15,"14"14"-15,66-14 32,-80 0-32,13 0 31,-13 0 31</inkml:trace>
  <inkml:trace contextRef="#ctx0" brushRef="#br0" timeOffset="-170719.82">24924 2910 0,'-27'14'15,"-12"-14"-15,-1 13 16,13 13-16,-25 1 16,38-1-1,-25 40 1,-14 67 15,-40 78 0,1 41 16,92-226-47,39 212 31,107 27 1,-27-93-1,-13-132 16,-93-27-47,53 13 62,-53-26-46,-26 0 62,-13 0-62</inkml:trace>
  <inkml:trace contextRef="#ctx0" brushRef="#br0" timeOffset="-169815.25">25347 3294 0,'-13'0'31,"0"0"-16,-14 0-15,-26 0 16,-158 93 31,197-80-31,14 0-16,-13-13 15,13 13 1,0 1-1,0 25 1,40 54 0,13 13 15,-27-80-15,1 27 15,12-26 0,1-67 47,-14 40-78,-12-27 16,-1 14-16,0 0 15,0 13 32</inkml:trace>
  <inkml:trace contextRef="#ctx0" brushRef="#br0" timeOffset="-168786.68">25982 3003 0,'0'0'16,"13"0"0,1 0-1,-1 0 1,66 106 15,-26 13-15,-13 0 15,-14 79 0,-26-79-15,-66 80 0,26-133-1,-118 172 16,118-198 1</inkml:trace>
  <inkml:trace contextRef="#ctx0" brushRef="#br0" timeOffset="-167782.96">25241 3823 0,'0'-13'47,"27"13"-16,39-13 1,-40 13-32,-12-13 15,12 13 1,27 0-1,-40-14 1</inkml:trace>
  <inkml:trace contextRef="#ctx0" brushRef="#br0" timeOffset="-167121.85">26604 3492 0,'13'0'63,"53"0"-48,27 0 32</inkml:trace>
  <inkml:trace contextRef="#ctx0" brushRef="#br0" timeOffset="-166560.75">26577 3664 0,'14'0'15,"12"0"1,14 0-16,-1 0 16,54 0 31</inkml:trace>
  <inkml:trace contextRef="#ctx0" brushRef="#br0" timeOffset="-53688.25">27530 3585 0,'-13'0'15,"-14"13"1,14-13 0,-27 40-1,27-14-15,0 1 16,13-14-16,-27 27 15,27-27 1,0 27 0,14-1 31,25-52 15,1-53-46,0 13 31,-40 40 46,13 13-15,0 0-62,0 0 78,-13 13-94,0 0 0,0 1 15,0-1 1,53 40 15,-40-40-15,1-13 0,-1 0-16</inkml:trace>
  <inkml:trace contextRef="#ctx0" brushRef="#br0" timeOffset="-53245.89">27742 3400 0,'0'40'0,"0"-1"0,13-39 16,-13 40-1,0 0-15,0 52 32,0 67-1,0-133-31,0 1 15,0-1-15,0-12 16,0-1-16</inkml:trace>
  <inkml:trace contextRef="#ctx0" brushRef="#br0" timeOffset="-52743.16">27914 3400 0,'13'66'47,"-13"-13"-31,0 79 0,0-92-16,0 13 15,0 26 1,0 14 31,13-93-16</inkml:trace>
  <inkml:trace contextRef="#ctx0" brushRef="#br0" timeOffset="-51866.75">29144 3201 0,'13'40'0,"0"79"31,-13-39-31,0-41 16,0 173 15,0-93-15,-26-13-1,13-106 1,13 26 15,-14-26-15,1-66 31,40-13-32,39 26 16,-27 26-15,28 41 47,-1 78-17,-53-26-46,-13-26 16,0-13 15,0-1-15,-66-39 31,39 13-32,1-40 32,26 27-31,0 0 0</inkml:trace>
  <inkml:trace contextRef="#ctx0" brushRef="#br0" timeOffset="-51222.01">29673 3836 0,'0'0'0,"0"67"31,0-41-31,0 14 16,13-14-16,27 40 47,-40-52-32,13-28 1,14 1 15,12-66-15,-12-40 15,-27 105-31,0 41 63,0-1-48,26 67 16,-26-67-15,0 14-16,0-27 0,27 27 16,26 0 31,-27-40-1</inkml:trace>
  <inkml:trace contextRef="#ctx0" brushRef="#br0" timeOffset="-50707.29">30110 3506 0,'0'13'0,"0"40"16,0 0-16,13-14 16,0 41-16,0-1 15,67 278 32,-67-330-31,0-1-16,0-26 62,1 0-46,-1 0 0,0-13-16,0-13 0,-13-1 15,0 14-15,0-27 31</inkml:trace>
  <inkml:trace contextRef="#ctx0" brushRef="#br0" timeOffset="-50300.55">30162 3916 0,'0'-13'62,"27"13"-46,-1-40-16,14 40 16,-27-13 30,-13 26-14,0 0-17</inkml:trace>
  <inkml:trace contextRef="#ctx0" brushRef="#br0" timeOffset="-48471.44">31115 3717 0,'-13'0'15,"0"0"48,-14 14-48,1-1 17,26 40-1,0-27-16,0-13 1,13-13 0,27 14-1,-14-14 17,27 26 14,-27-13-46,-12 1 16,-1 78 31,-13-79-47,0 14 16,-40-1 15,-26-26 16,53 0-32,0 0-15</inkml:trace>
  <inkml:trace contextRef="#ctx0" brushRef="#br0" timeOffset="-47760.98">31631 3956 0,'0'0'0,"0"13"15,-13-13-15,-14 53 47,27-40-47,0 66 47,40-39 0,-27-40-31,0 0-1,40-26 1,-13-27 15,-40 26-15,0-13-1,0 27-15,0 0 32,-13 13 93</inkml:trace>
  <inkml:trace contextRef="#ctx0" brushRef="#br0" timeOffset="-45944.67">23151 4895 0,'0'79'0,"0"1"16,0 25-16,0 14 15,-13 14-15,0-1 16,-1 14 15,14-133 0,-13-13-15,0 0-16,13-27 16,-13 1-1,-1-186 17,14-52 14,0 237-46,0 14 0,0-27 16,14 27 0,-1 0-1,0 0 1,14-1 0,26 1 30,-40 13-14,13 13-17,-13 14 1,14-1 0,-14-13-16,14 14 15,25 79 48,-52-93-63,-13 13 47,0-26-47,-53 27 31,53-27-31,-40 26 15,40-26 17,-1 0-1</inkml:trace>
  <inkml:trace contextRef="#ctx0" brushRef="#br0" timeOffset="-45351.42">23786 5384 0,'26'14'16,"-26"-1"-16,27 40 31,-27-40-31,0 27 16,0 12 15,-13-38 0,-14-14 16,27-14-47,0-25 16,0-1-1,53-39 1,53-1 31,-93 67-16,0 13 0,14 0 32,-27 13-48</inkml:trace>
  <inkml:trace contextRef="#ctx0" brushRef="#br0" timeOffset="-44600.45">24156 5411 0,'14'0'46,"-1"0"-30,27-106 156,-67 106-172,14 53 31,0-40-15,13 53 15,26 27-15,-13-54-16,14 14 15,13-13 17,-27-40 14,13-40-14,1 1-17,-14 12-15,0 27 16,0-13 0</inkml:trace>
  <inkml:trace contextRef="#ctx0" brushRef="#br0" timeOffset="-44031.89">25016 5027 0,'-53'0'0,"53"13"16,-26 14-16,26 12 15,40 451 64,-14-437-64,67 53 32,-80-106-31,13 13-16,14-13 31</inkml:trace>
  <inkml:trace contextRef="#ctx0" brushRef="#br0" timeOffset="-43535.24">25479 5292 0,'-13'0'16,"26"0"-16,-39 0 0,-1 0 16,1 13-1,13 0-15,-27 27 16,0 13-1,40-14 1,14 67 31,39-53-16,-53-40-15,13-13-16,79 27 47,-65-27-32,13-13-15,-1-14 16</inkml:trace>
  <inkml:trace contextRef="#ctx0" brushRef="#br0" timeOffset="-43047.01">25810 5080 0,'13'0'16,"14"26"0,-14 1-16,27 79 31,-40-27-16,13 106 1,-66 27 47,40-199-63,0 0 15,-1-13 32</inkml:trace>
  <inkml:trace contextRef="#ctx0" brushRef="#br0" timeOffset="-42551.3">26511 5278 0,'13'0'16,"-26"0"-16,40-13 0,-14 13 15,27-13 1,-27 13-16,13 0 16,14 0-1</inkml:trace>
  <inkml:trace contextRef="#ctx0" brushRef="#br0" timeOffset="-42436.51">26551 5398 0,'159'0'78,"-318"0"-63</inkml:trace>
  <inkml:trace contextRef="#ctx0" brushRef="#br0" timeOffset="-41613.74">27199 5067 0,'-13'0'31,"0"0"-15,-1 0-16,1 13 15,-26 13 1,25 14 0,28 53 31,-1-80-47,13 0 15,27 14 16,-13-14 1,-27 0-1,0 14-15,-13 39 46,0-53-62,0 0 0,-13-13 16,-53 13 15,39-13-15,14 0-1,-26 0 16,25 0 16,1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1-13T02:11:42.6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12294 3881 0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1-13T02:18:24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18203 10724 0,'0'18'125,"0"0"-109,36 35 0,-36 0-1,0-1 1,0 37 0,17-72-1,-17 19 1,0-1-1,18-18 1,-18 19 15,0-19-15,0 1 62</inkml:trace>
  <inkml:trace contextRef="#ctx0" brushRef="#br0" timeOffset="1948.48">18150 11007 0,'36'0'203,"-19"0"-203,1 0 16,53-18-1,-54 18 1,36 0 0,-18 0-1,-17 0 1,17 0-1,1 0 1,-19 0 0,1 0-1,-1 0 1,1 0 0,0 0 30,17 0 17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1-26T04:20:00.5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2403 2425 0,'0'0'0,"-66"0"32,22 0-32,-11 22 15,-33-22 1,33 33 0,-89-10-1,23 10 1,22 0-1,33-11-15,-34 44 16,23 0 0,0 55-1,-11 1-15,11 54 32,55-132-32,-11 22 0,0-11 15,-1 45 1,23 10-1,-11 11-15,0-55 16,22 408 15,0-386-31,0-21 0,0-1 0,0 0 16,11 99 0,-11-55-16,44 111 15,34-23 1,-34-65-1,-33-89-15,66 99 16,55 0 0,177 232-1,-144-209 17,56 87-17,-56-87 1,-66-78-1,-44 0-15,100 11 16,21 44 0,111 45-1,-111-100 1,-88-22-16,12-33 16,-23 11-16,22 11 15,-22-21-15,155 54 16,54-11-1,-43 33 17,-144-66-32,177 89 31,21-45-15,-43-11-1,-67-22 1,-76-11-16,10 0 15,210 77 1,-210-76-16,-22-23 16,188 33-1,-221-44-15,22-11 16,133 0 0,-45 0-1,44 0 1,-131 0-16,87 0 15,33 0 1,-109 22 0,197-22-16,-54-11 15,-122 11 17,309-55-17,-209 11 1,43-34-1,-87 1 1,10 0 0,11-55-1,-165 99 1,133-89 15,-45 56-31,-66 33 0,11-22 16,100-44-1,-78 22 1,22-22 0,-44 10-1,45-43 17,-23 66-17,-22-11 1,-33 33-16,44-23 15,11-54 1,-11 11 0,34-133-1,-89 199-15,33-22 16,0-176 0,-44 109-1,-11 45-15,22-66 16,-33-67-1,-11 133 1,-22-187 0,33 208-16,-88-208 15,-12 32 17,56 199-32,44-22 15,-88-88 1,-11 32-1,44 1 1,-12 66-16,-10-77 16,-66 21-1,44 1-15,33 55 16,-133-132 0,78 65-1,-12 23 1,111 55-1,-132-44 1,88 55-16,-77-55 16,43 66-1,34-11-15,11 10 0,-188-32 32,199 22-17,-110 0 1,11 0-1,-1 11 1,89 22-16,-55-33 0,77 11 16,-122-33-1,100 44-15,-55-22 16,0 0 0,33 11-1,10 11-15,34 11 16,-66-45-16,-55 34 31,-45 11-15,155 0-16,-11 0 0,-66 0 15,65 0 1,-109 0 0,-55 0-1,120 0-15,-109 0 16,65-22-1,89 22-15,-22-22 16,-221 22 0,221-11-1,-253 11 1,296 22-16,12-11 16,-132 11-1,66 12 1,11-23-1,-34 11-15,-131 11 32,131-11-32,-43 11 15,-88 22 1,131-33 0,23 0-16,-55 0 15,-56 0 1,23 0-1,132-11-15,-33-11 16,-56 11 15,100 11-31,11-22 0,-33 0 0,22 0 0,11 0 16,-78 0 0,34 0-1,11 0 1,44 0-1,-11 0-15,11 0 16,-22 0 0,33 0-1,-11 0-15,0 0 32,11 0-32,-77-11 31,66-11-16,10 22-15,-10-992 16,-11 1973 0,11-992-1,0 11 1,11-11-16,0 11 31,0-11-15,-11-11 46,22 0-46,-33 22 15</inkml:trace>
  <inkml:trace contextRef="#ctx0" brushRef="#br0" timeOffset="210781.22">3870 4002 0,'-11'0'0,"-78"11"16,1 0 15,77-11-31,-33 0 31,11 11-15,11 0-1,11-11 17,0 0 15,0 0-32,0 11 16,-33 22-15,22-22 0,11-11-1,0 11 1,-56 77 0,56-55-16,0-22 15,-99 166 1,77-111-16,11-22 15,-22 77 1,22-77-16,11 34 16,-22 54-1,11-66-15,0 77 16,11-32 0,11-56-16,0 33 15,0 55 1,0-99-1,0-11-15,22 33 16,-22-43-16,11 32 0,22 33 16,-22-55-1,11 0 1,99 232 15,-99-243-31,-11 11 16,-11 0-16,33 11 15,-22-11-15,11-11 16,-11-11 0,-11 0-16,11-11 15,11 44 1,12-44 0,-23 33-16,33-33 15,-11 11-15,-22-11 0,33 0 16,0 0-16,77 0 15,-22-11 1,-54-22 0,-12 22-16,11 11 15,99-66 1,-110 55 0,0-22-16,-22 22 15,33-11-15,-33-11 16,44 0-16,-44 22 15,12-33-15,32-12 0,0 1 16,11-55 0,55-66-1,-22 54 1,-44 1 0,-43 88-16,21 0 15,-11-11-15,11-11 0,-22 11 16,11-23-16,-11-10 15,-11-22 1,0 55 0,0 11-16,0-11 15,-22 0-15,11 11 0,-33-45 32,11 45-32,-1 22 0,-21-44 15,-66-33 1,77 55-16,-33 0 0,55 0 15,-88-88 1,43 54 0,23 12-16,-44 0 15,-11 0 1,55 44-16,0-22 16,-44 11-1,54 11 1,1 11-16,22 0 0,0 0 15,-33 0-15,22 0 16,11 0 0,0 0-16,-22 0 15,22 11 17,-11-11-17,11 33 1,-11-33-1,22 11 1,-11-11 0,11 11-1</inkml:trace>
  <inkml:trace contextRef="#ctx0" brushRef="#br0" timeOffset="-200531.75">25102 8367 0,'22'34'47,"0"10"-32,-11-33 63,23 22-62,-1 11-16,44 11 16,-11 33-1,-11 11 1,-22-66-16,33 23 16,-22 10-1,-22-22-15,34-11 16,-12 22 15,-33-33-31,11 22 16,11-33-1,-22 0-15,0 22 16,0 0 0,11 11-1,0 1 1,-22-34-16,33 55 15,11 33 17,-11-33-17,-22-33-15,22 0 16,-11 22 15,22-22-31,-33-11 0,0-11 16,12 23-16,-12 10 15,0-33 1,-11 0-16,22 11 16,11 11-1,-33-22 1,0 11 0,11 0-16,-11-11 15,11 22 1,-11 0-1,0 22 1,0-33-16,0 33 31,-22 122-31,-22-78 0,44-44 16,-11 11-16,-22 45 16,-1 10-1,12-77-15,0 33 16,-33 66-1,33-99-15,-22 100 16,22-45 0,-55 132-1,66-186 1,-22 98 0,11-44-1,11-77-15,-11 44 16,11-33-1,-11 89 79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1-26T04:24:34.9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14817 12193 0,'-22'22'109,"0"-11"-93,-12 11-1,-21 22 32,44-33 0,0 0-31,0 11-16,-33 11 15,-11-11 1,11 22 0,11-11-16,-44 1 15,-22 76 17,76-88-32,-76 33 15,55 11 1,33-55-1,-44 11-15,44-11 16,0 22 0,-11-33-1,22 11 1,-11-11 0,0 11-1,11 11-15,-11 0 31,-33 0-15,22 1 0,22-12-16,-11 0 31,0 33-15,0-33 30,11 0-14,-22 0 30,22 11 48,-11-22-95,11 11-15,-22-11 47</inkml:trace>
  <inkml:trace contextRef="#ctx0" brushRef="#br0" timeOffset="2000.59">13813 13185 0,'0'121'281,"0"89"-265,0-111-1,0 11 17,0-88-32,0 78 15,0 32 1,0-66-16,0 22 15,0 89 1,-22-111-16,22-11 16,0-11-16,-11 66 15,11-66 1,-22 44 0,11 1-1,11-23 1,0 22-1,0-66 1,0-11-16,0 11 16,0 22 15,0-11 0,0-22-15,0 0-1,0 0-15,0 11 47,0-11-15</inkml:trace>
  <inkml:trace contextRef="#ctx0" brushRef="#br0" timeOffset="6155.83">15489 12149 0,'11'0'219,"33"0"-203,-22 11-1,44 0 1,-43-11 15,-1 11-15,-11-11-1,0 33 1,0-33-16,22 0 16,-33 11-16,11-11 15,0 11 1,0-11 0,0 11-16,22 0 46,-22-11-46,-11 11 0,11-11 16,11 0 0,-22 11-1,11-11 1,0 11 15,11 11-15,-11-11-1,-11 0 1,11-11 0,0 11-1,0 0 32,0 0-31,22 11 15,-22-11 16,0 0-16,0-11-15,0 22-1,0-22 1,11 11 0,-11 11-1,12-10 1,21 10 0,-22-11 140,-11 0-141,0-11 79,0 11-78,11-11-1,-11 22 17,-11-11-17,11-11 1,11 11 15,-11 0-15,44 11-1,-33 0 1,0 0 0,-11-11-16,11 0 15,0 11 1,11-11 0,0 11-1,-22-11-15,0-11 16,11 11-16,1 22 31,-12-33 0,0 11-31,33 11 47,-22 11-31,22-33-16,-11 22 15,-11-11 1,0 34 0,-11-45-16,11 11 31,0-11-15,-22 11-1,11-11 1,-11 11-1,11-11 1</inkml:trace>
  <inkml:trace contextRef="#ctx0" brushRef="#br0" timeOffset="7900.45">16680 13108 0,'-11'33'125,"11"0"-110,0-11 1,-22 22-16,22 0 16,0 78-1,-11-67 17,11 11-32,0-22 15,0 11-15,-11 11 0,11-22 16,0 0-16,0 23 15,0-12-15,-22-11 16,22 77 0,0-88-16,0-11 15,-33 121 1,10-21 0,-10 65-1,22-77 1,-11 56 15,11-122-31,11-11 0,0 33 16,0 22 15,0-77-31,0 0 16,0 33-1,0-33-15,0 11 16,0 1-1,0-1-15,11 11 16,-11-22 0,0 0-1,0 11 1,0-11 0,0 0 15,0 0 0,0 0 0</inkml:trace>
  <inkml:trace contextRef="#ctx0" brushRef="#br0" timeOffset="27131.3">16184 10286 0,'-11'11'16</inkml:trace>
  <inkml:trace contextRef="#ctx0" brushRef="#br0" timeOffset="29389.03">14706 11057 0,'22'-981'78,"-11"1962"-46,12-981-17,-1 0 1,-11 0-16,22 11 15,33-11 1,-33 0 0,0 11-1,11-11 17,-22 0-17,-11 0-15,0 22 16,22-22-1,-22 0-15,22 11 32,0-11-17,-22 0-15,11 12 32,-10-12-17,-1 0 1,22 0 15,-22 0-31,-11 11 16,11-11-1,0 0 48,0 0-48</inkml:trace>
  <inkml:trace contextRef="#ctx0" brushRef="#br0" timeOffset="30499.56">15864 11146 0,'-11'0'78,"-22"0"-62,22 0-16,-22 0 15,-11 0 1,33 0-16,-67 0 16,34 11-1,-11-11 1,-44 0 0,55 0-1,0 0-15,33 0 16,0 0-16,-11 0 15,0 0 1,11 0 0,0 0-1,0 0 1,-11 0 15,0 0-15,11 0-1,-1 0 17,1 0-1,0 0 0</inkml:trace>
  <inkml:trace contextRef="#ctx0" brushRef="#br0" timeOffset="33352.75">14332 11498 0,'0'0'0,"11"11"0,-11 22 31,11-22-16,-11 0 1,11 1 0,11 32-1,-11-33-15,-11 0 16,44 44 15,-44-44-31,55 44 31,-22-33-15,-11-11 0,22 11-16,44 11 15,-10-22 1,21 33 15,-55-22-31,-22-22 16,33 11-1,0-11 1,-33 0-16,-11 0 16,22 0-16,-11 0 15,56 0 1,-56 0-16,22 0 16,44 0-1,-55 0 1,-22 0-16,88 0 15,-22-33 17,-44 33-32,0-33 0,1 22 15,21 0 17,-44 0-32,22 0 0,-22 11 15,0-22-15,22 11 16,0-22-1,-11 0 1,55-22 0,-33 33-1,-22 0 1,-11-11-16,0 22 16,33-12-1,-44 1-15,12 22 16,-12-11-1,11 0 1,-11 0 0,11 11 15,-11-11 0,0-22-15,0 22-16,0-11 15,-11 11 1,11 0-16,-11-22 16,-23 22-1,12-33 1,-22 22 0,11 0-1,-44-22 32,-55-11-31,55 44-1,-12-22 1,34 33 15,0-23-15,33 23-16,-44 0 15,22 0 1,22 0-16,-22 0 16,-11 0-1,44 0-15,-23 0 16,-43 0 0,33 0-1,-55 12 1,22-1-1,-55 22 1,76-22 0,-43 11-1,88-22 1,-33 22 0,0 0-16,33-22 15,-11 0 1,11 0-1,0 0 1,0 11 15,-11-11-31,0 11 16,11-11 0,0 11-1,-22 0 1,22 0-1,0-11 1,0 0 0,11 22-16,-11-22 31,11 11-15,-11 11 15,-23-22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1-26T04:26:49.9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10892 8610 0,'99'0'140,"11"33"-124,-54-22 0,10-11-1,-11 22-15,-11-22 0,55 11 32,56 22-17,-133-33-15,44 0 31,-22 11-15,-33-11-16,0 0 16,11 0-16,-11 22 0,0-22 15,22 0 1,11 0 0,-11 0-1,55 0 1,-44 0-1,12 0 1,-34-11-16,11 11 16,-22 0-16,33 0 15,-22 0-15,0-11 16,0 11 0,66-11-1,-77 11-15,0 0 16,66-22-1,-21 11 1,-23 11 0,-11-11-1,11 11 1,0 0-16,0-11 16,-11 11-1,0 0-15,22-33 16,0 33-1,-11 0 1,-11 0-16,11-11 16,11 11-1,-33 0 1,12 0 15,-12 0-15,0 0-1,22 0 17,-22 0-1,0 0-15,11 0 15,0 0-16,-11 0 48</inkml:trace>
  <inkml:trace contextRef="#ctx0" brushRef="#br0" timeOffset="15730.08">13571 8070 0,'0'0'0,"-11"0"0,-11 11 62,22 0-31,0 11 1,-11-22-17,11 11 1,-11-11-1,11 11 1,-11 0 0,0 11 15,0 0 0,11-11 0,0 0 79,11 11-79,66 77-15,-11-66-1,-44-22 1,-11-11-16,0 0 16,0 11-1,11-11 1,0 0 31</inkml:trace>
  <inkml:trace contextRef="#ctx0" brushRef="#br0" timeOffset="16726.34">13549 8257 0,'0'-11'63,"22"0"-47,44-11-16,-22 22 15,144-66 1,-89 33-1,-33-11-15,-11 33 0,55-22 16,-55 11 0,-10-11-16,32 11 15,-44 11 1,55-12 15,-77 23-31,22-11 16,22 0-1,-22 11-15,-11 0 16,0 0 0,-22-22-16,11 22 15,0 0 1,22 0 0,-22 0 15</inkml:trace>
  <inkml:trace contextRef="#ctx0" brushRef="#br0" timeOffset="30222.14">10848 10947 0,'-11'0'0,"0"0"15,-22 11 1,-22 0-1,11 0 1,11 0 0,-23 0-1,23 11 1,11-22 0,-11 22-1,22-22 16,-11 0-15,11 11 15,0 0 1,0 11-17,-11 0-15,11-10 16,0 21-16,-11 55 15,11 55 1,-22-77 0,55 56-1,-22-78 1,22 33-16,-11-22 31,-11-44-31,33 66 16,-33-66-16,11 11 15,0-11-15,-11 0 16,55 22 0,-33 11-1,22 12 1,-11 32 0,-22-55-1,22-11-15,-21 0 0,-1 22 16,11 0-1,-22-33 1,11 0-16,0 22 16,66 44 15,-55-33-15,33 12-1,0-1-15,44 0 16,12-22-1,-56-22-15,-11 0 16,121 44 0,-121-55-16,11 0 15,-33 11-15,78 11 16,-45-22 0,0 11-16,55 11 15,66-11 16,-120-11-31,98 0 16,-55 0 0,-33 0-16,11 0 31,-54 0-31,142 0 31,-11 0-15,-55 22-16,-54-22 15,142-11 1,-121 11-16,0-11 16,-44 11-16,33-22 15,-10 22-15,10-11 16,-11 11-16,-11 0 16,77-11-1,-33-11 1,-55 22-16,55-11 15,-10-22 1,-12 22 0,-11-11-16,22 0 15,33-33 1,-11-33 15,1 32-15,-67 23-16,11 11 15,22-11-15,22-22 16,-11 11 0,-22-11-16,33 11 15,12-22 1,-1-12 0,-77 67-1,55-33 1,-22 11-1,-33 22 1,0-11-16,44-11 16,-22-11 15,-22 11-31,-11 11 0,33-55 31,-33 11-15,0 33-16,0 22 0,0-34 15,-11-10 1,0 0 0,0 44-16,0-22 15,-11 0-15,-110-66 32,110 88-32,-55-22 0,33 0 0,11 22 15,-111-22 16,122 33-31,-55-23 0,55 23 16,-154-33 0,65 22-1,45 11 1,22 0-16,-143-22 31,121 22-31,-67-33 16,78 33-16,33 0 15,-77-33 1,-122-33 0,177 55-1,-88 11 1,-66 0 0,120 0-1,34 0-15,0 22 0,-110-11 31,55-11-15,77 0-16,-23 0 31,-98 0-15,77 0-16,0 0 0,11 0 16,-55 0-1,32 0 1,-21 0-1,66 0-15,-55 0 32,77 0-32,-33-22 15,11 22-15,22 0 16,-33 0-16,-1 0 16,12 0-16,-22 0 15,-11 0 1,44 0-16,-11 11 0,-66-11 15,77 0 1,-22 0-16,11 0 16,-45 0-16,56 0 31,-11 0-31,-22 0 0,22 0 16,22 0-1,-11 0-15,0 0 31,0 0 1,11 0-32,-11 0 47,11 0-1,0 0-30,-11 0 15</inkml:trace>
  <inkml:trace contextRef="#ctx0" brushRef="#br0" timeOffset="63187.67">26602 8588 0,'0'-22'94,"44"22"62,165 0-124,-165 0-17,67 0 1,-56 0-1,0 0 1,-33 0 0,33 0-1,-11 0 1,0 0 0,44 0-1,-66 0 1,67-22-1,-1 22 17,-44 0-32,-11 0 0,99 0 47,-110 0-32,-11 0-15,11 0 16,0 0-1,11 0 1,-10 0-16,-1 0 16,11 0-1,-11 0-15,44 0 16,-44 0 0,11 0-16,55 0 15,-33 0 1,22 0-1,-43 0 1,32-11 0,22 11-1,-77 0 17,11 0-17,-11 0 1,22 0 15,-22 0 0,0 0 1,0 0 14,0 0 1,22 0-15,-11 0-1,0 0-16,-11 0 1,0 0 31,11 0-31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1-26T04:28:44.6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11024 4829 0,'0'33'47,"-11"33"-31,11-22-16,-11-11 15,11 143 1,0-120-16,0 10 15,0-44-15,0 11 16,0-11-16,0 99 16,22-44-1,-22-66-15,0 44 16,0-33 0,0 12 15,11 21-31,-11-33 0,0 22 31,22-33-31,-22 0 0,0 0 16,0 11-1,0 0 17,0-11-1,44 0 47,78-11-62,-56 0-16,66 0 15,56-22 1,-23-11-1,-121 33 1,22 0-16,0 0 0,100-33 31,-122 11-31,0 22 16,22-11-16,-11 11 0,122-22 31,-122 22-31,22-11 16,-55 11-16,66 0 31,-11 0-15,-22 0-1,12 0 1,-12-11 0,33 11-1,-22-11 1,22-33-1,11 22 1,12 10 0,43-21-1,-143 33 1,77-11 15,-44 11-15,-33 0-1,11 0 1,-11 0 15,11 0 1,-11 0-1,-11-22 0,0 11-15,12-99-1,21-11 17,-33-56-17,0 111-15,0 0 16,0 0-16,0 11 15,0-144 1,0 133-16,0 22 16,0-110-1,0 55 1,-22 44 0,22-1-16,0 45 15,0 0-15,0 0 0,0 0 16,-11 11-16,11-11 15,0 0 1,-12-11 0,12 11-1,-11 11 1,11-22 15,-11 22-15,-11 0-1,-11 0 1,-88 22 0,55-11-16,-122 44 31,1 11-15,44-10-1,44-23 1,10-22-16,-76 55 31,99-55-31,-199 66 16,56-44 15,165-11-31,0-22 0,-12 11 16,-21-11-1,11 0 1,11 0-16,33 0 15,-99 0 17,-23 0-32,111 11 0,11-11 15,-55 0 1,22 0 0,33 0-1,11 0 1,-22 0-16,11 0 15,11 0 1,0 0 0,0 0-1,-11 0 1,11 0 15,0 0-31,-11 0 16,11 0 15,-12 0 0,23 22-15,0-11-16,-11 11 16,0-11 15,-11 11-16,11 0 1,0 0 0,-11-11-1,22 1 1,-22 21-16,11-11 31,0 22-15,11-22-16,-22-11 15,22 22 1,0-22 0,0 0-1,0 0 1,0 0 0</inkml:trace>
  <inkml:trace contextRef="#ctx0" brushRef="#br0" timeOffset="42736.5">13769 15346 0,'11'275'235,"0"-98"-220,-11-111-15,0-11 16,0-11-16,22 22 16,-33 111-1,-22 109 1,11-32 31,11-56-32,11-187 1,-11 33 0,11-21-16,0 21 15,0 0 1,0-22-16,0 11 15,0 44 1,0-44-16,0 11 16,0-11-16,0 0 15,0 44 1,0-54-16,11-12 16,-11 55-1,0-11 1,0-44-1,0 0 1,0 0 0,0 0 31,11 0-16,11-11 0,0 0-15,0 0-16,78 0 15,-1 0 1,-33-22-16,-22 22 16,122 0-1,-78 11 1,22-11-1,-44 0 1,-44 0-16,33 0 16,-33 0-16,100 0 15,-89 0 1,11 0 0,44 0-1,-44 0-15,-11 0 16,33 0-1,-11 0 1,0 0 0,-21 0-16,65 0 15,-66 0 1,-11-22-16,44 11 16,-11 0-1,-22 11-15,44-22 16,-21 22-1,21 0 1,-55 0 0,55 0-16,-33 0 15,-11 0-15,88 0 32,-43 0-17,32 0 1,-77-33-16,11 33 0,44 0 15,11-11 1,100-11 0,-122 22-1,11 0 1,-33 0-16,-33 0 0,11-11 16,67 11-1,54-11 1,-55-11-1,-33 22 1,-33-11-16,34 11 0,-45 0 16,11 0-16,-11 0 15,11 0-15,11 0 16,0 0-16,-11 0 31,11 0-31,-11 0 0,44 0 31,23 0-15,-67 0-16,55 22 16,-33-22-1,22 0 1,-44 0-16,-11 0 16,11 0-16,45-11 15,10 0 1,-22 11-1,33-34 17,-66 34-32,77-44 47,-88 33-32,1 11-15,-12-11 0,11 11 31,-22-11-15,11 11 0,-11-22-1,0 11-15,0-77 16,0 44 0,-33-11-16,-23-66 15,-65-100 1,33 78-1,-33-56 1,32 56 0,-10-11-1,66 110 1,-33-78-16,33 12 31,11 66-31,22 33 16,0-22-16,-11 22 31,11 0-31,0 0 0,0 0 0,0 0 31,0-22-15,0 22 15,0 0-15,0 0-1,0-45 1,0 1 0,0 33-1,0 11 1,0-22 15,0 22 0,-11 11-15,0-11 0,-33 11-1,22-11-15,-33 11 16,44 0-16,-34-33 16,-43 33-1,11-11 1,0 11-1,11 0-15,22 0 16,-22 0-16,-89 0 16,45-22-1,44 22-15,-22 0 0,-12 0 16,-43 0 15,121 0-31,-66 0 16,55 0-16,-11 22 15,-122-22 1,34 0 0,22 0-1,77-11-15,-55 0 16,10 0 0,45-11-16,-66 11 15,22-11 1,11 11-16,22 11 15,-144-22 1,122 22 0,22-11-16,-11 11 15,-11 0-15,44-22 0,-56 22 16,-43-11 15,55 0-15,0 11-1,-77 0 1,87 0-16,12 0 16,-99 0-1,55 0 1,55 0-16,-11 0 16,0 0-16,-11 0 15,10 0 1,1 0-16,22 0 15,-88 0 1,88 0 0,-33 0-16,-66 0 15,65 11 17,-54-11-17,88 0-15,11 0 16,-66 22-1,66-22-15,-33 0 16,22 0 0,11 0-16,-11 0 15,11 0 17,-11 0-17,11 0 1,0 0 15,0 0 0,11 11 94,22 88-109,11-88-16,22 66 16</inkml:trace>
  <inkml:trace contextRef="#ctx0" brushRef="#br0" timeOffset="83551.37">14045 2227 0,'-110'121'453,"-56"34"-438,56-1 1,44-55 0,33-66-16,-22 22 15,22-33-15,0 33 0,-11-10 16,-89 98 0,78-99-16,-22 11 15,33-22-15,-88 99 16,-12-21-1,111-78-15,-55 55 16,-44 55 0,88-88-1,-100 78-15,-43 54 32,110-110-32,-34 34 15,-131 131 1,154-110-16,-23-32 15,-76 164 1,121-187-16,11 0 16,-144 144-1,-21 21 1,143-164-16,22-23 16,10 0-16,-65 44 15,77-44-15,0-11 0,0 34 16,-22-34-1,22-11-15,22 0 0,0-22 16,-88 66 0,88-44-1,-45-11-15,-65 77 32,88-55-17,-22 34 1,11-45-16,11 0 0,22 0 15,-22 44 1,22-66-16,-11 33 16,-11-11-16,22 44 15,11-55 1,0 0 15,0-11 0,0 23 1,33-12-17,-22-11 1,0 22 0,0-22-16,33 44 15,33 11 1,-22 0-16,66 88 15,-99-54-15,33-23 16,23 143 0,21-10-1,-77-144-15,44 33 0,77 122 16,-110-144 0,166 154-1,-144-131-15,22-34 16,133 209-1,-133-187 1,22 45 0,-66-100-1,110 132 17,254-44 296,540 243-313,-782-287-15,32 12 16,210 131 0,-143-88-1,-1 23 1,-43-34-1,21 55 1,-88-87 0,-21-23-1,-78-33 1,11-11-16,11 33 16,11-22-1,44 33 1,-65-22-16,43-22 0,-55 11 15,22 0-15,33 12 16,155 109 0,-100-44-1,1-11 1,-89-66 0,11 45-1,-55-67 16,11 22-31,-33-22 0,22 0 16,22 44 0,-11-33-1,0 22 17,0-11-17,33 33 1,-21-22-1,32 0 1,-44-10 0,11-12-1,0-22-15,11 22 16,0-11 0,55 0-1,-54 22 1,43-55-1,66-11 1,-55 0 0,78-34-1,-133 12 1,-11 22-16,33 0 16,22-77 15,-54 77-31,10 11 0,0-33 0,22-23 15,-33 23-15,33 0 16,188-121 0,-188 88-16,-33 55 15,55-23-15,-66 23 0,89-44 32,-89 44-32,33-22 0,66-33 15,22-33 1,166-177 15,-221 232-31,-43 33 16,186-155-1,-132 56 17,-77 88-32,45-33 15,208-287 1,-187 298-1,122-177 1,-177 199-16,11-11 16,110-110-1,-109 121 1,-34 10-16,121-120 16,-77 55-1,-33 66 1,0-22-16,77-78 31,-76 100-31,87-121 16,-22 11 15,-66 110-31,-22-22 16,44-166-1,-33 1 1,-33-56-1,11 133-15,-44-133 16,-44-187 0,44 309-1,22 65-15,-33-142 16,11 165 312,-100-166-312,1 56-1,-77-45 17,109 133-32,-131-132 15,-56-100 1,188 232-16,22-22 15,-144-34 1,100 34-16,-342-177 31,397 210-31,-23 44 16,-10-55 0,-320-144-1,298 166 1,0 22-16,65 33 0,-76-44 31,99 44-31,-11-44 0,11 22 16,-22-88 281,22 54-282,11 12-15,-100-77 16,34 55-16,-210-155 31,188 144-15,88 55-16,-11 0 15,-77-22 1,-89-88 0,100 109-1,55-21-15,-66 11 0,43 33 16,-131-44-1,143 33 1,33 11-16,-11-22 16,-56-22-16,23 33 15,0 0 17,-77-11-17,110 0-15,11 33 16,-67-22-1,67 22-15,22 0 16,-11 0-16,-33-22 16,11 22-1,0-12 1,33 12-16,-66 0 16,66-11-1,-22 11-15,-56-11 16,-10 11-1,-121 0 1,109 0 0,-32 0-1,0 34 17,121-12-32,0-11 15,-22 0-15,33 22 16,-45 0-1,45-11-15,-33-11 16,22 11 0,11-22-1,0 11 1,-22 22 0</inkml:trace>
  <inkml:trace contextRef="#ctx0" brushRef="#br0" timeOffset="-179261.39">16592 9834 0,'-11'-11'31,"-23"11"-15,1-11 0,-11 11-1,0 0 1,-22 0-1,33 11 1,-55 33-16,33-11 16,-11-22-16,-67 33 0,34 0 15,-342 221 17,243-155-17,-67 11 1,166-77-16,-210 44 15,78 45 1,153-100-16,-153 121 16,-56-22-1,1 23 1,153-67-16,-109 77 16,32-32-1,133-78-15,-55 11 16,33 22-16,-166 11 15,-22 89 1,1 32 0,198-132 15,-276 265-15,254-276-16,54-44 15,-164 100 1,121-100-1,77-22-15,-11 11 16,-33-11 0,55 0-1,-23-11-15,23 0 16,-11 11 15,0 0-31,-11 11 0,11 0 16,-44 0 15,0 11-15,-77 0 15,98-22-31,23-11 16,-11 11-16,-33 22 15,0 0 1,-11 23-1,-22 54 1,66-66 0,-11 0-1,21-11-15,23-22 16,-11 0-16,0 0 16,0 11-1,11 11 1,-11 0-1,11-22-15,0 0 16,0 22 0,0-22-16,11 56 15,22-12 1,166 143 15,-56-32-31,-55-56 0,100 77 16,-111-110-1,33 34-15,-33-56 0,1 0 16,54 55 0,-11-44-1,430 298 1,-418-276-16,-23-33 16,22 89-16,144 76 15,-12-10 1,1-67-1,-111-44-15,-21-33 16,-56 11-16,110 45 16,78 98 15,-188-143-31,0-21 0,0-1 16,100 66-1,-78-55-15,-44-33 16,88 55-1,-99-55-15,56 0 0,-45 45 16,154 43 0,-143-77-16,67 22 15,252 77 1,-285-76-16,32-23 16,122 33-1,109 88 1,-208-121-16,-23 22 0,243 89 31,-276-122-31,33 33 16,-32-44-16,186 55 15,-76-55 17,-100-22-17,-33-11 1,22-22-1,78-88 1,-78 22 0,210-254-1,-100 132 1,23-21 0,-100 77-16,232-122 15,-12-22 1,-164 144-16,143-122 15,-1 34 1,-219 120 0,21 23-16,254-232 15,-89 67 17,-253 231-32,34-33 15,-23 21-15,-22 12 16,99-77-1,-66 0 1,67-78 15,-89 122-31,0 33 0,0-55 16,33-144 0,-33 111-1,-22 77 1,11-11-16,-33 11 0,22 11 31,44-122-31,-33 78 16,1-55-16,-1 43 15,-22 34 1,-11 22 0,0 0-16,22-77 15,-44 55 1,11 55-16,-111-122 31,-87-10-15,55 66-1,-23-44 1,67 32-16,-144-32 16,-87-22-1,153 77-15,34 0 16,-452-320-1,154 176 1,-144-54 0,122 120-1,-176-98 17,231 76-17,-66 23 1,330 121-16,-208-44 15,32 0 1,-11 0 0,-11 44-1,276 0-15,11 22 16,-88-34 0,110 34-1,-45-22 1,67 22-1,0-11 1,-11 11-16,11-11 16,-11 11-1,11-33 17,11 33-17,0 0-15,0 0 31,0 0-15,176 33 47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1-26T04:35:15.4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23140 11807 0,'0'-22'109,"11"22"-78,-33 11 79,22 0-79,-11-11-31,11 11 31,-22-11 0,11 11 219,11 11-218,-11-22-32,11 22 31,-22 0-16,11 22 1,0-22 0,11-11-1,-22 0 1,22 0 0,0 11-1,0-10 1,0-1-1,0 11 17,11-22 46,0 0-63,0 0 1,11 0 0,11-11-1,-22 11 1,0 0-16,22 0 16,0 0-1,-11 0 1,0 0-1,-11 0-15,22 0 16,22 33 15,-21-22 1,-23-11-32,33 0 15,-11 0 1,-22 0-1,22 0 1,-22 0 0,11 0-1,-11 0 32,0 0-31,-11 11-1,22 0 1,-11 33 0,0-22-1,0 0 17,-11 0-17,11-11 16,33-11-15,-11-22 0,-22 22-16,11-11 15,0 0 1,-11 0 0,-11 0-16,11 11 15,0 0 1,0 0 15,-11 11-15,22 11-1,-10 0 17,-12-11-17,11 0 1,-11 0-1,11-11 1,-11 11 0,11-11-1,22 0 1,-11 11 0,-11 22-1,0-33-15,0 0 16,0 11-1,22 11 1,-11 0 0,-11 0 31,0-11-32,22 0 1,0-11-1,-22 0-15,22 0 16,11-11 0,-22-11-1,-11 22 1,0 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3AA60-7EC1-4F18-B7BD-3F73A74324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FE9FEA-C466-4570-B6F3-EF90A69320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88141"/>
            <a:ext cx="11699087" cy="4695899"/>
          </a:xfr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6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80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5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87621-CCBF-4807-907B-7CA77EC1C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1EDAC8-15FA-40A1-9618-040ED67C0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EFACE60-EAFC-4BD3-B6DE-E4B904E8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Automata Theory, Logic, and Formal Verification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DBC613-0A47-477A-800A-5F90A6B5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8612" y="6356350"/>
            <a:ext cx="1085187" cy="365125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AA6AABC-6542-4F02-B461-D4596099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094C-DBE7-48F0-9120-878375E98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F6C25-968D-4498-A3AE-ACB04AF9B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Automata Theory, Logic, and Formal Verification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emf"/><Relationship Id="rId4" Type="http://schemas.openxmlformats.org/officeDocument/2006/relationships/image" Target="../media/image8.png"/><Relationship Id="rId9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image" Target="../media/image40.png"/><Relationship Id="rId10" Type="http://schemas.openxmlformats.org/officeDocument/2006/relationships/customXml" Target="../ink/ink3.xml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image" Target="../media/image461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13" Type="http://schemas.openxmlformats.org/officeDocument/2006/relationships/image" Target="../media/image480.png"/><Relationship Id="rId3" Type="http://schemas.openxmlformats.org/officeDocument/2006/relationships/image" Target="../media/image380.png"/><Relationship Id="rId7" Type="http://schemas.openxmlformats.org/officeDocument/2006/relationships/image" Target="../media/image420.png"/><Relationship Id="rId12" Type="http://schemas.openxmlformats.org/officeDocument/2006/relationships/image" Target="../media/image470.png"/><Relationship Id="rId17" Type="http://schemas.openxmlformats.org/officeDocument/2006/relationships/image" Target="../media/image520.png"/><Relationship Id="rId2" Type="http://schemas.openxmlformats.org/officeDocument/2006/relationships/image" Target="../media/image540.png"/><Relationship Id="rId16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11" Type="http://schemas.openxmlformats.org/officeDocument/2006/relationships/image" Target="../media/image460.png"/><Relationship Id="rId5" Type="http://schemas.openxmlformats.org/officeDocument/2006/relationships/image" Target="../media/image400.png"/><Relationship Id="rId15" Type="http://schemas.openxmlformats.org/officeDocument/2006/relationships/image" Target="../media/image500.png"/><Relationship Id="rId10" Type="http://schemas.openxmlformats.org/officeDocument/2006/relationships/image" Target="../media/image450.png"/><Relationship Id="rId4" Type="http://schemas.openxmlformats.org/officeDocument/2006/relationships/image" Target="../media/image390.png"/><Relationship Id="rId9" Type="http://schemas.openxmlformats.org/officeDocument/2006/relationships/image" Target="../media/image440.png"/><Relationship Id="rId14" Type="http://schemas.openxmlformats.org/officeDocument/2006/relationships/image" Target="../media/image49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customXml" Target="../ink/ink5.xml"/><Relationship Id="rId3" Type="http://schemas.openxmlformats.org/officeDocument/2006/relationships/image" Target="../media/image60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1.png"/><Relationship Id="rId10" Type="http://schemas.openxmlformats.org/officeDocument/2006/relationships/image" Target="../media/image67.png"/><Relationship Id="rId4" Type="http://schemas.openxmlformats.org/officeDocument/2006/relationships/image" Target="../media/image611.png"/><Relationship Id="rId9" Type="http://schemas.openxmlformats.org/officeDocument/2006/relationships/image" Target="../media/image66.png"/><Relationship Id="rId1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customXml" Target="../ink/ink6.xml"/><Relationship Id="rId4" Type="http://schemas.openxmlformats.org/officeDocument/2006/relationships/image" Target="../media/image7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7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customXml" Target="../ink/ink7.xml"/><Relationship Id="rId2" Type="http://schemas.openxmlformats.org/officeDocument/2006/relationships/image" Target="../media/image720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26" Type="http://schemas.openxmlformats.org/officeDocument/2006/relationships/image" Target="../media/image110.png"/><Relationship Id="rId3" Type="http://schemas.openxmlformats.org/officeDocument/2006/relationships/image" Target="../media/image88.png"/><Relationship Id="rId21" Type="http://schemas.openxmlformats.org/officeDocument/2006/relationships/image" Target="../media/image106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customXml" Target="../ink/ink8.xml"/><Relationship Id="rId2" Type="http://schemas.openxmlformats.org/officeDocument/2006/relationships/image" Target="../media/image870.png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19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" Type="http://schemas.openxmlformats.org/officeDocument/2006/relationships/image" Target="../media/image1100.png"/><Relationship Id="rId16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11" Type="http://schemas.openxmlformats.org/officeDocument/2006/relationships/image" Target="../media/image117.png"/><Relationship Id="rId5" Type="http://schemas.openxmlformats.org/officeDocument/2006/relationships/image" Target="../media/image113.png"/><Relationship Id="rId15" Type="http://schemas.openxmlformats.org/officeDocument/2006/relationships/image" Target="../media/image121.png"/><Relationship Id="rId10" Type="http://schemas.openxmlformats.org/officeDocument/2006/relationships/image" Target="../media/image90.png"/><Relationship Id="rId4" Type="http://schemas.openxmlformats.org/officeDocument/2006/relationships/image" Target="../media/image112.png"/><Relationship Id="rId9" Type="http://schemas.openxmlformats.org/officeDocument/2006/relationships/image" Target="../media/image116.png"/><Relationship Id="rId14" Type="http://schemas.openxmlformats.org/officeDocument/2006/relationships/image" Target="../media/image12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3" Type="http://schemas.openxmlformats.org/officeDocument/2006/relationships/image" Target="../media/image125.png"/><Relationship Id="rId21" Type="http://schemas.openxmlformats.org/officeDocument/2006/relationships/image" Target="../media/image142.png"/><Relationship Id="rId7" Type="http://schemas.openxmlformats.org/officeDocument/2006/relationships/image" Target="../media/image129.png"/><Relationship Id="rId12" Type="http://schemas.openxmlformats.org/officeDocument/2006/relationships/image" Target="../media/image119.png"/><Relationship Id="rId17" Type="http://schemas.openxmlformats.org/officeDocument/2006/relationships/image" Target="../media/image138.png"/><Relationship Id="rId2" Type="http://schemas.openxmlformats.org/officeDocument/2006/relationships/image" Target="../media/image124.png"/><Relationship Id="rId16" Type="http://schemas.openxmlformats.org/officeDocument/2006/relationships/image" Target="../media/image137.png"/><Relationship Id="rId20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24" Type="http://schemas.openxmlformats.org/officeDocument/2006/relationships/image" Target="../media/image143.png"/><Relationship Id="rId5" Type="http://schemas.openxmlformats.org/officeDocument/2006/relationships/image" Target="../media/image127.png"/><Relationship Id="rId15" Type="http://schemas.openxmlformats.org/officeDocument/2006/relationships/image" Target="../media/image136.png"/><Relationship Id="rId23" Type="http://schemas.openxmlformats.org/officeDocument/2006/relationships/customXml" Target="../ink/ink9.xml"/><Relationship Id="rId10" Type="http://schemas.openxmlformats.org/officeDocument/2006/relationships/image" Target="../media/image132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14" Type="http://schemas.openxmlformats.org/officeDocument/2006/relationships/image" Target="../media/image135.png"/><Relationship Id="rId22" Type="http://schemas.openxmlformats.org/officeDocument/2006/relationships/image" Target="../media/image14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3" Type="http://schemas.openxmlformats.org/officeDocument/2006/relationships/image" Target="../media/image125.png"/><Relationship Id="rId21" Type="http://schemas.openxmlformats.org/officeDocument/2006/relationships/image" Target="../media/image142.png"/><Relationship Id="rId7" Type="http://schemas.openxmlformats.org/officeDocument/2006/relationships/image" Target="../media/image129.png"/><Relationship Id="rId12" Type="http://schemas.openxmlformats.org/officeDocument/2006/relationships/image" Target="../media/image119.png"/><Relationship Id="rId17" Type="http://schemas.openxmlformats.org/officeDocument/2006/relationships/image" Target="../media/image138.png"/><Relationship Id="rId2" Type="http://schemas.openxmlformats.org/officeDocument/2006/relationships/image" Target="../media/image124.png"/><Relationship Id="rId16" Type="http://schemas.openxmlformats.org/officeDocument/2006/relationships/image" Target="../media/image137.png"/><Relationship Id="rId20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5" Type="http://schemas.openxmlformats.org/officeDocument/2006/relationships/image" Target="../media/image127.png"/><Relationship Id="rId15" Type="http://schemas.openxmlformats.org/officeDocument/2006/relationships/image" Target="../media/image136.png"/><Relationship Id="rId10" Type="http://schemas.openxmlformats.org/officeDocument/2006/relationships/image" Target="../media/image132.png"/><Relationship Id="rId19" Type="http://schemas.openxmlformats.org/officeDocument/2006/relationships/image" Target="../media/image140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14" Type="http://schemas.openxmlformats.org/officeDocument/2006/relationships/image" Target="../media/image13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7.png"/><Relationship Id="rId7" Type="http://schemas.openxmlformats.org/officeDocument/2006/relationships/image" Target="../media/image146.png"/><Relationship Id="rId12" Type="http://schemas.openxmlformats.org/officeDocument/2006/relationships/image" Target="../media/image150.png"/><Relationship Id="rId2" Type="http://schemas.openxmlformats.org/officeDocument/2006/relationships/image" Target="../media/image1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49.png"/><Relationship Id="rId5" Type="http://schemas.openxmlformats.org/officeDocument/2006/relationships/image" Target="../media/image120.png"/><Relationship Id="rId10" Type="http://schemas.openxmlformats.org/officeDocument/2006/relationships/image" Target="../media/image148.png"/><Relationship Id="rId4" Type="http://schemas.openxmlformats.org/officeDocument/2006/relationships/image" Target="../media/image144.png"/><Relationship Id="rId9" Type="http://schemas.openxmlformats.org/officeDocument/2006/relationships/image" Target="../media/image14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Automata Theory, Logic, and Formal Verification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Labelled Transition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42" y="4118516"/>
            <a:ext cx="10222706" cy="1124415"/>
          </a:xfrm>
        </p:spPr>
        <p:txBody>
          <a:bodyPr>
            <a:normAutofit/>
          </a:bodyPr>
          <a:lstStyle/>
          <a:p>
            <a:r>
              <a:rPr lang="en-US" dirty="0"/>
              <a:t>Spring 2026: CSCI 624</a:t>
            </a:r>
          </a:p>
          <a:p>
            <a:r>
              <a:rPr lang="en-US" dirty="0"/>
              <a:t>Instructor: Jyo Deshmukh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D5B4E0-CFBD-4852-BB65-398F190BA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482165"/>
            <a:ext cx="11699087" cy="4201875"/>
          </a:xfrm>
        </p:spPr>
        <p:txBody>
          <a:bodyPr/>
          <a:lstStyle/>
          <a:p>
            <a:r>
              <a:rPr lang="en-US" dirty="0"/>
              <a:t>Labeled Transition Systems: Notations, Terminology</a:t>
            </a:r>
          </a:p>
          <a:p>
            <a:pPr lvl="1"/>
            <a:r>
              <a:rPr lang="en-US" dirty="0" err="1"/>
              <a:t>Kripke</a:t>
            </a:r>
            <a:r>
              <a:rPr lang="en-US" dirty="0"/>
              <a:t> structures</a:t>
            </a:r>
          </a:p>
          <a:p>
            <a:r>
              <a:rPr lang="en-US" dirty="0"/>
              <a:t>Modeling Concurrent Systems [BK: Chapter 2, Alur Chapters 2,4]</a:t>
            </a:r>
          </a:p>
          <a:p>
            <a:r>
              <a:rPr lang="en-US" dirty="0"/>
              <a:t>Equivalences and Abstractions [BK: Chapter 7]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5EE36A-97BD-4AB5-A5E1-327DF984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1456-521D-41CB-8FBF-251524F00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DBC36-AD29-4E35-97A7-0DB7B4BA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6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99041A-14B6-4585-824E-BFF2E43E5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computation can be represented as a transition system</a:t>
            </a:r>
          </a:p>
          <a:p>
            <a:pPr lvl="1"/>
            <a:r>
              <a:rPr lang="en-US" dirty="0"/>
              <a:t>Variables can be discrete-valued or continuous-valued</a:t>
            </a:r>
          </a:p>
          <a:p>
            <a:pPr lvl="1"/>
            <a:r>
              <a:rPr lang="en-US" dirty="0"/>
              <a:t>Time can be logical, discrete, or continuous (dense)</a:t>
            </a:r>
          </a:p>
          <a:p>
            <a:r>
              <a:rPr lang="en-US" dirty="0"/>
              <a:t>Transition system representation models a computation (program) as a directed graph</a:t>
            </a:r>
          </a:p>
          <a:p>
            <a:pPr lvl="1"/>
            <a:r>
              <a:rPr lang="en-US" dirty="0"/>
              <a:t>Nodes are configurations or states of the system</a:t>
            </a:r>
          </a:p>
          <a:p>
            <a:pPr lvl="1"/>
            <a:r>
              <a:rPr lang="en-US" dirty="0"/>
              <a:t>Edges model state changes or system transitions</a:t>
            </a:r>
          </a:p>
          <a:p>
            <a:r>
              <a:rPr lang="en-US" dirty="0"/>
              <a:t>Labelled transition systems (LTSs) :</a:t>
            </a:r>
          </a:p>
          <a:p>
            <a:pPr lvl="1"/>
            <a:r>
              <a:rPr lang="en-US" dirty="0"/>
              <a:t>Transitions have names (drawn from a finite or infinite set of labels)</a:t>
            </a:r>
          </a:p>
          <a:p>
            <a:pPr lvl="1"/>
            <a:r>
              <a:rPr lang="en-US" dirty="0"/>
              <a:t>There is a finite (or infinite) set of </a:t>
            </a:r>
            <a:r>
              <a:rPr lang="en-US" i="1" dirty="0"/>
              <a:t>atomic propositions</a:t>
            </a:r>
          </a:p>
          <a:p>
            <a:pPr lvl="1"/>
            <a:r>
              <a:rPr lang="en-US" dirty="0"/>
              <a:t>States are </a:t>
            </a:r>
            <a:r>
              <a:rPr lang="en-US" i="1" dirty="0"/>
              <a:t>labeled </a:t>
            </a:r>
            <a:r>
              <a:rPr lang="en-US" dirty="0"/>
              <a:t>with some subset of the set of atomic propositions 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2862A3-093E-4C48-8344-45393EFFC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Transition Systems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65661-B425-4B9E-814A-DE1FAAF5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9B946-DC17-4DC8-93D8-CB791C62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7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F18AF98-56BB-40DE-B95D-EF92DE7A3F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LTS is a tuple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→,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dirty="0"/>
                  <a:t>, 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: finite or infinite set of states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</m:oMath>
                </a14:m>
                <a:r>
                  <a:rPr lang="en-US" dirty="0"/>
                  <a:t> : finite or infinite set of actions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: transition relation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: set of initial states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: set of atomic propositions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r>
                  <a:rPr lang="en-US" dirty="0"/>
                  <a:t>: labeling function mapping each state to a subset of atomic propositions</a:t>
                </a:r>
              </a:p>
              <a:p>
                <a:r>
                  <a:rPr lang="en-US" dirty="0"/>
                  <a:t>LTS is called finite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 are finite</a:t>
                </a:r>
              </a:p>
              <a:p>
                <a:r>
                  <a:rPr lang="en-US" dirty="0"/>
                  <a:t>If you omit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then the LTS is also called a </a:t>
                </a:r>
                <a:r>
                  <a:rPr lang="en-US" i="1" dirty="0" err="1"/>
                  <a:t>Kripke</a:t>
                </a:r>
                <a:r>
                  <a:rPr lang="en-US" i="1" dirty="0"/>
                  <a:t> </a:t>
                </a:r>
                <a:r>
                  <a:rPr lang="en-US" dirty="0"/>
                  <a:t>structure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not explicitly specified, can assume the same action on every edge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F18AF98-56BB-40DE-B95D-EF92DE7A3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6E69161-4B76-4A9F-B1D3-ABE41EFC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LTS formal definition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DEB24-5AD8-4D2F-9902-DB23BB4B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0F57D-9B29-45AA-AB40-50D31BEF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953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8DAAC4D-D5D0-4108-BFF5-FB3ECE52A2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write transitions as </a:t>
                </a:r>
              </a:p>
              <a:p>
                <a:pPr marL="86868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 →</m:t>
                    </m:r>
                  </m:oMath>
                </a14:m>
                <a:r>
                  <a:rPr lang="en-US" dirty="0"/>
                  <a:t> , or</a:t>
                </a:r>
              </a:p>
              <a:p>
                <a:pPr marL="86868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Both notations are useful in different contexts, second is more readable</a:t>
                </a:r>
              </a:p>
              <a:p>
                <a:endParaRPr lang="en-US" dirty="0"/>
              </a:p>
              <a:p>
                <a:r>
                  <a:rPr lang="en-US" dirty="0"/>
                  <a:t>Semantics: </a:t>
                </a:r>
              </a:p>
              <a:p>
                <a:pPr lvl="1"/>
                <a:r>
                  <a:rPr lang="en-US" dirty="0"/>
                  <a:t>LTS starts in some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An execution of the LTS is a finite or infinite sequence of 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):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 →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8DAAC4D-D5D0-4108-BFF5-FB3ECE52A2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BABDB11-9EC8-47E4-848D-AC20A5E4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Transitions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328CC-D08D-4FD3-A690-C9A28167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B4356-694E-4259-B115-C51AEECB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276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2E7FB1-78A5-4384-B9DB-AABEB2F7D9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multiple initial states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initial state is nondeterministically picked</a:t>
                </a:r>
              </a:p>
              <a:p>
                <a:r>
                  <a:rPr lang="en-US" dirty="0"/>
                  <a:t>Initial state set can be empty: LTS does not have any behavior in this case</a:t>
                </a:r>
              </a:p>
              <a:p>
                <a:r>
                  <a:rPr lang="en-US" dirty="0"/>
                  <a:t>For each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labeling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defines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it means that the atomic proposition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or satisfied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An atomic proposition can be thought of as a Boolean feature of the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can reason about </a:t>
                </a:r>
                <a:r>
                  <a:rPr lang="en-US" i="1" dirty="0"/>
                  <a:t>propositional logic </a:t>
                </a:r>
                <a:r>
                  <a:rPr lang="en-US" dirty="0"/>
                  <a:t>formulas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(constructed over the set of atomic propositions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) to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𝑓𝑎𝑙𝑠𝑒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 state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 the propositions labeling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 iff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2E7FB1-78A5-4384-B9DB-AABEB2F7D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589997C-CD6C-4873-B5DC-29BBBB357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Initial states &amp; Atomic propositions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B9246-552D-4853-A656-3A3CA4081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59D20-CD65-48E6-AD6C-AC555338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873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3157AB9-13A7-4597-9B04-A6B187AD0B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3884706"/>
                <a:ext cx="11699087" cy="179933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𝑢𝑝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𝑟𝑡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𝑝𝑖𝑐𝑘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𝑚𝑜𝑣𝑒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h𝑒𝑙𝑙𝑜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h𝑜𝑤𝑑𝑦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h𝑒𝑦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Transitions: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𝑖𝑐𝑘</m:t>
                        </m:r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𝑜𝑣𝑒</m:t>
                        </m:r>
                      </m:e>
                    </m:groupCh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𝑢𝑝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𝑡𝑎𝑦</m:t>
                        </m:r>
                      </m:e>
                    </m:groupCh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𝑟𝑡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h𝑜𝑤𝑑𝑦</m:t>
                        </m:r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3157AB9-13A7-4597-9B04-A6B187AD0B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3884706"/>
                <a:ext cx="11699087" cy="1799334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06C42E6-9223-4054-9C89-E8B187CB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Example of LTS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02BEB42-9566-4475-905B-1D610B03D813}"/>
              </a:ext>
            </a:extLst>
          </p:cNvPr>
          <p:cNvGrpSpPr/>
          <p:nvPr/>
        </p:nvGrpSpPr>
        <p:grpSpPr>
          <a:xfrm>
            <a:off x="4175988" y="1231153"/>
            <a:ext cx="3145190" cy="2471159"/>
            <a:chOff x="4175988" y="1231153"/>
            <a:chExt cx="3145190" cy="24711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A4B6A2E7-9465-4F2C-B0BF-36EA3FBF050A}"/>
                    </a:ext>
                  </a:extLst>
                </p:cNvPr>
                <p:cNvSpPr/>
                <p:nvPr/>
              </p:nvSpPr>
              <p:spPr>
                <a:xfrm>
                  <a:off x="5492376" y="1231153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A4B6A2E7-9465-4F2C-B0BF-36EA3FBF05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2376" y="1231153"/>
                  <a:ext cx="502024" cy="51397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74573C8-CDE5-439D-A41A-5A9E51A044A0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4966447" y="1488141"/>
              <a:ext cx="5259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D6708CF-D8A4-4EB1-B7E3-128B66CA2E39}"/>
                </a:ext>
              </a:extLst>
            </p:cNvPr>
            <p:cNvCxnSpPr>
              <a:cxnSpLocks/>
              <a:stCxn id="5" idx="4"/>
              <a:endCxn id="19" idx="0"/>
            </p:cNvCxnSpPr>
            <p:nvPr/>
          </p:nvCxnSpPr>
          <p:spPr>
            <a:xfrm flipH="1">
              <a:off x="5740536" y="1745129"/>
              <a:ext cx="2852" cy="4788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51A86652-4A75-4AAC-B356-F21C7DB3BCBC}"/>
                    </a:ext>
                  </a:extLst>
                </p:cNvPr>
                <p:cNvSpPr/>
                <p:nvPr/>
              </p:nvSpPr>
              <p:spPr>
                <a:xfrm>
                  <a:off x="5489524" y="2224018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51A86652-4A75-4AAC-B356-F21C7DB3BC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9524" y="2224018"/>
                  <a:ext cx="502024" cy="51397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40B05F7-912D-44D7-8E25-27858CADD12C}"/>
                </a:ext>
              </a:extLst>
            </p:cNvPr>
            <p:cNvCxnSpPr>
              <a:cxnSpLocks/>
              <a:stCxn id="19" idx="6"/>
              <a:endCxn id="22" idx="2"/>
            </p:cNvCxnSpPr>
            <p:nvPr/>
          </p:nvCxnSpPr>
          <p:spPr>
            <a:xfrm>
              <a:off x="5991548" y="2481006"/>
              <a:ext cx="8276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56CF32A-F7F3-4D9C-9580-B632744024CB}"/>
                    </a:ext>
                  </a:extLst>
                </p:cNvPr>
                <p:cNvSpPr/>
                <p:nvPr/>
              </p:nvSpPr>
              <p:spPr>
                <a:xfrm>
                  <a:off x="6819154" y="2224018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56CF32A-F7F3-4D9C-9580-B632744024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154" y="2224018"/>
                  <a:ext cx="502024" cy="513976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8645A9F7-73F0-4637-9EA9-1BB268126613}"/>
                    </a:ext>
                  </a:extLst>
                </p:cNvPr>
                <p:cNvSpPr/>
                <p:nvPr/>
              </p:nvSpPr>
              <p:spPr>
                <a:xfrm>
                  <a:off x="4175988" y="2224017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𝑢𝑝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8645A9F7-73F0-4637-9EA9-1BB2681266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5988" y="2224017"/>
                  <a:ext cx="502024" cy="513976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0314F21-DF55-4FEE-970D-900E7E3145E3}"/>
                </a:ext>
              </a:extLst>
            </p:cNvPr>
            <p:cNvCxnSpPr>
              <a:cxnSpLocks/>
              <a:stCxn id="19" idx="2"/>
              <a:endCxn id="27" idx="6"/>
            </p:cNvCxnSpPr>
            <p:nvPr/>
          </p:nvCxnSpPr>
          <p:spPr>
            <a:xfrm flipH="1" flipV="1">
              <a:off x="4678012" y="2481005"/>
              <a:ext cx="81151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1507AC0-61D8-493B-AD36-5FB5F315AB84}"/>
                </a:ext>
              </a:extLst>
            </p:cNvPr>
            <p:cNvSpPr/>
            <p:nvPr/>
          </p:nvSpPr>
          <p:spPr>
            <a:xfrm>
              <a:off x="4545686" y="1585399"/>
              <a:ext cx="967028" cy="657841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220378" y="320149"/>
                    <a:pt x="381549" y="210509"/>
                  </a:cubicBezTo>
                  <a:cubicBezTo>
                    <a:pt x="542720" y="100869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DBB9655-136A-4921-8709-6806422BC7B1}"/>
                </a:ext>
              </a:extLst>
            </p:cNvPr>
            <p:cNvSpPr/>
            <p:nvPr/>
          </p:nvSpPr>
          <p:spPr>
            <a:xfrm flipH="1">
              <a:off x="5975890" y="1571663"/>
              <a:ext cx="967028" cy="657841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220378" y="320149"/>
                    <a:pt x="381549" y="210509"/>
                  </a:cubicBezTo>
                  <a:cubicBezTo>
                    <a:pt x="542720" y="100869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9B6A1AD-CF90-4A7B-9AFE-E9FCCDD75211}"/>
                    </a:ext>
                  </a:extLst>
                </p:cNvPr>
                <p:cNvSpPr/>
                <p:nvPr/>
              </p:nvSpPr>
              <p:spPr>
                <a:xfrm>
                  <a:off x="4930091" y="3188336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9B6A1AD-CF90-4A7B-9AFE-E9FCCDD752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0091" y="3188336"/>
                  <a:ext cx="502024" cy="513976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5639B85A-7315-415A-A8E4-4CF997528E99}"/>
                    </a:ext>
                  </a:extLst>
                </p:cNvPr>
                <p:cNvSpPr/>
                <p:nvPr/>
              </p:nvSpPr>
              <p:spPr>
                <a:xfrm>
                  <a:off x="6096000" y="3188336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5639B85A-7315-415A-A8E4-4CF997528E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188336"/>
                  <a:ext cx="502024" cy="513976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47E374A-317D-48B1-8417-6E1BFE9992FD}"/>
                </a:ext>
              </a:extLst>
            </p:cNvPr>
            <p:cNvCxnSpPr>
              <a:cxnSpLocks/>
              <a:stCxn id="19" idx="3"/>
              <a:endCxn id="38" idx="0"/>
            </p:cNvCxnSpPr>
            <p:nvPr/>
          </p:nvCxnSpPr>
          <p:spPr>
            <a:xfrm flipH="1">
              <a:off x="5181103" y="2662724"/>
              <a:ext cx="381941" cy="5256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F4AD905-F38C-414A-BF6D-66435C7A962D}"/>
                </a:ext>
              </a:extLst>
            </p:cNvPr>
            <p:cNvCxnSpPr>
              <a:cxnSpLocks/>
              <a:stCxn id="19" idx="5"/>
              <a:endCxn id="39" idx="0"/>
            </p:cNvCxnSpPr>
            <p:nvPr/>
          </p:nvCxnSpPr>
          <p:spPr>
            <a:xfrm>
              <a:off x="5918028" y="2662724"/>
              <a:ext cx="428984" cy="5256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C64E9BB-E856-49FF-9FD7-660E2208E754}"/>
                </a:ext>
              </a:extLst>
            </p:cNvPr>
            <p:cNvSpPr/>
            <p:nvPr/>
          </p:nvSpPr>
          <p:spPr>
            <a:xfrm>
              <a:off x="4986432" y="1651087"/>
              <a:ext cx="550485" cy="1612518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  <a:gd name="connsiteX0" fmla="*/ 0 w 967028"/>
                <a:gd name="connsiteY0" fmla="*/ 657841 h 657841"/>
                <a:gd name="connsiteX1" fmla="*/ 173536 w 967028"/>
                <a:gd name="connsiteY1" fmla="*/ 199774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12365" y="309414"/>
                    <a:pt x="173536" y="199774"/>
                  </a:cubicBezTo>
                  <a:cubicBezTo>
                    <a:pt x="334707" y="90134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3086389-197F-4B86-BE2F-8C643E0ACD56}"/>
                </a:ext>
              </a:extLst>
            </p:cNvPr>
            <p:cNvSpPr/>
            <p:nvPr/>
          </p:nvSpPr>
          <p:spPr>
            <a:xfrm flipH="1">
              <a:off x="5953446" y="1625224"/>
              <a:ext cx="550485" cy="1612518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  <a:gd name="connsiteX0" fmla="*/ 0 w 967028"/>
                <a:gd name="connsiteY0" fmla="*/ 657841 h 657841"/>
                <a:gd name="connsiteX1" fmla="*/ 138869 w 967028"/>
                <a:gd name="connsiteY1" fmla="*/ 207825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-22302" y="317465"/>
                    <a:pt x="138869" y="207825"/>
                  </a:cubicBezTo>
                  <a:cubicBezTo>
                    <a:pt x="300040" y="98185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6DC7023-B95D-4D1C-B28B-02AF653EE895}"/>
                </a:ext>
              </a:extLst>
            </p:cNvPr>
            <p:cNvSpPr txBox="1"/>
            <p:nvPr/>
          </p:nvSpPr>
          <p:spPr>
            <a:xfrm>
              <a:off x="5468592" y="1790367"/>
              <a:ext cx="5476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pick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A8283D3-905C-41F5-BD84-FFE29FFBAC34}"/>
                </a:ext>
              </a:extLst>
            </p:cNvPr>
            <p:cNvSpPr txBox="1"/>
            <p:nvPr/>
          </p:nvSpPr>
          <p:spPr>
            <a:xfrm>
              <a:off x="5184338" y="2745421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EA89864-E3B6-41EB-9D80-620950DB97B8}"/>
                </a:ext>
              </a:extLst>
            </p:cNvPr>
            <p:cNvSpPr txBox="1"/>
            <p:nvPr/>
          </p:nvSpPr>
          <p:spPr>
            <a:xfrm>
              <a:off x="5849670" y="2732738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09721E5-E49F-4D89-842E-935B3E77A8CC}"/>
                </a:ext>
              </a:extLst>
            </p:cNvPr>
            <p:cNvSpPr txBox="1"/>
            <p:nvPr/>
          </p:nvSpPr>
          <p:spPr>
            <a:xfrm>
              <a:off x="5908875" y="2325179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BE2C4A4-0FBF-4FF9-8F11-0B616C153E61}"/>
                </a:ext>
              </a:extLst>
            </p:cNvPr>
            <p:cNvSpPr txBox="1"/>
            <p:nvPr/>
          </p:nvSpPr>
          <p:spPr>
            <a:xfrm>
              <a:off x="4995142" y="2318413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2388E8C-C9DE-49E8-A149-6A519F933FE6}"/>
                </a:ext>
              </a:extLst>
            </p:cNvPr>
            <p:cNvSpPr txBox="1"/>
            <p:nvPr/>
          </p:nvSpPr>
          <p:spPr>
            <a:xfrm>
              <a:off x="4309507" y="1672198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hello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E28E899-4B72-443E-BA1A-635BC44F6484}"/>
                </a:ext>
              </a:extLst>
            </p:cNvPr>
            <p:cNvSpPr txBox="1"/>
            <p:nvPr/>
          </p:nvSpPr>
          <p:spPr>
            <a:xfrm>
              <a:off x="4623551" y="2753690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hi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E02BC25-199B-4253-A6A1-7CBC8C3EE972}"/>
                </a:ext>
              </a:extLst>
            </p:cNvPr>
            <p:cNvSpPr txBox="1"/>
            <p:nvPr/>
          </p:nvSpPr>
          <p:spPr>
            <a:xfrm>
              <a:off x="6407354" y="2779934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howdy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68AA5AB-99B5-434E-82AB-2578FDF9AC4D}"/>
                </a:ext>
              </a:extLst>
            </p:cNvPr>
            <p:cNvSpPr txBox="1"/>
            <p:nvPr/>
          </p:nvSpPr>
          <p:spPr>
            <a:xfrm>
              <a:off x="6564924" y="1636312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hey</a:t>
              </a: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982EE8F-7E88-4461-95C4-DE1441DB3EA4}"/>
                </a:ext>
              </a:extLst>
            </p:cNvPr>
            <p:cNvSpPr/>
            <p:nvPr/>
          </p:nvSpPr>
          <p:spPr>
            <a:xfrm>
              <a:off x="5885720" y="2099466"/>
              <a:ext cx="211599" cy="210559"/>
            </a:xfrm>
            <a:custGeom>
              <a:avLst/>
              <a:gdLst>
                <a:gd name="connsiteX0" fmla="*/ 0 w 211599"/>
                <a:gd name="connsiteY0" fmla="*/ 138196 h 210559"/>
                <a:gd name="connsiteX1" fmla="*/ 111833 w 211599"/>
                <a:gd name="connsiteY1" fmla="*/ 50 h 210559"/>
                <a:gd name="connsiteX2" fmla="*/ 210510 w 211599"/>
                <a:gd name="connsiteY2" fmla="*/ 151353 h 210559"/>
                <a:gd name="connsiteX3" fmla="*/ 46049 w 211599"/>
                <a:gd name="connsiteY3" fmla="*/ 210559 h 21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599" h="210559">
                  <a:moveTo>
                    <a:pt x="0" y="138196"/>
                  </a:moveTo>
                  <a:cubicBezTo>
                    <a:pt x="38374" y="68026"/>
                    <a:pt x="76748" y="-2143"/>
                    <a:pt x="111833" y="50"/>
                  </a:cubicBezTo>
                  <a:cubicBezTo>
                    <a:pt x="146918" y="2243"/>
                    <a:pt x="221474" y="116268"/>
                    <a:pt x="210510" y="151353"/>
                  </a:cubicBezTo>
                  <a:cubicBezTo>
                    <a:pt x="199546" y="186438"/>
                    <a:pt x="122797" y="198498"/>
                    <a:pt x="46049" y="210559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CFCAA1B-FF1B-4802-9AE3-597772205090}"/>
                </a:ext>
              </a:extLst>
            </p:cNvPr>
            <p:cNvSpPr txBox="1"/>
            <p:nvPr/>
          </p:nvSpPr>
          <p:spPr>
            <a:xfrm>
              <a:off x="5821134" y="1995606"/>
              <a:ext cx="5476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stay</a:t>
              </a:r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2573F-CCF9-46C3-8925-376173CC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C0DF63-7F24-4564-88C1-A1A29E68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643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85D10B-1423-4374-894F-DA0EB25B4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→,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</m:oMath>
                </a14:m>
                <a:r>
                  <a:rPr lang="en-US" dirty="0"/>
                  <a:t>, set of direct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-successors:</a:t>
                </a:r>
              </a:p>
              <a:p>
                <a:pPr marL="0" indent="0">
                  <a:buNone/>
                </a:pPr>
                <a:r>
                  <a:rPr lang="en-US" b="0" dirty="0"/>
                  <a:t>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groupChr>
                          <m:groupChrPr>
                            <m:chr m:val="→"/>
                            <m:vertJc m:val="bot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groupCh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⋃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𝑃𝑜𝑠𝑡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nary>
                  </m:oMath>
                </a14:m>
                <a:endParaRPr lang="en-US" b="0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-predecessors:</a:t>
                </a:r>
              </a:p>
              <a:p>
                <a:pPr marL="0" indent="0">
                  <a:buNone/>
                </a:pPr>
                <a:r>
                  <a:rPr lang="en-US" b="0" dirty="0"/>
                  <a:t>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groupChr>
                          <m:groupChrPr>
                            <m:chr m:val="→"/>
                            <m:vertJc m:val="bot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groupCh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⋃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nary>
                  </m:oMath>
                </a14:m>
                <a:endParaRPr lang="en-US" b="0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𝑃𝑜𝑠𝑡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nary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𝑜𝑠𝑡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𝑃𝑜𝑠𝑡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</m:oMath>
                </a14:m>
                <a:r>
                  <a:rPr lang="en-US" dirty="0"/>
                  <a:t>,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nary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𝑃𝑟𝑒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</m:oMath>
                </a14:m>
                <a:r>
                  <a:rPr lang="en-US" dirty="0"/>
                  <a:t>,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85D10B-1423-4374-894F-DA0EB25B4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b="-11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C099FF2-BF9E-47A2-8282-17031F7FD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Successors and Predecessors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9FE44-832B-4113-8486-B437EFFB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F8AC5-5CFD-43EB-A06B-EDFF574CD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54871A-C4D4-9B38-4733-226F7B787723}"/>
                  </a:ext>
                </a:extLst>
              </p14:cNvPr>
              <p14:cNvContentPartPr/>
              <p14:nvPr/>
            </p14:nvContentPartPr>
            <p14:xfrm>
              <a:off x="2863800" y="4336920"/>
              <a:ext cx="1321200" cy="317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54871A-C4D4-9B38-4733-226F7B7877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4440" y="4327560"/>
                <a:ext cx="1339920" cy="33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612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3157AB9-13A7-4597-9B04-A6B187AD0B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3884706"/>
                <a:ext cx="11699087" cy="179933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𝑢𝑝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𝑟𝑡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𝑝𝑖𝑐𝑘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𝑚𝑜𝑣𝑒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h𝑒𝑙𝑙𝑜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h𝑜𝑤𝑑𝑦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h𝑒𝑦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Transitions: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𝑖𝑐𝑘</m:t>
                        </m:r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𝑜𝑣𝑒</m:t>
                        </m:r>
                      </m:e>
                    </m:groupCh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𝑢𝑝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𝑡𝑎𝑦</m:t>
                        </m:r>
                      </m:e>
                    </m:groupCh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𝑟𝑡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h𝑜𝑤𝑑𝑦</m:t>
                        </m:r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3157AB9-13A7-4597-9B04-A6B187AD0B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3884706"/>
                <a:ext cx="11699087" cy="1799334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06C42E6-9223-4054-9C89-E8B187CB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Example of LTS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02BEB42-9566-4475-905B-1D610B03D813}"/>
              </a:ext>
            </a:extLst>
          </p:cNvPr>
          <p:cNvGrpSpPr/>
          <p:nvPr/>
        </p:nvGrpSpPr>
        <p:grpSpPr>
          <a:xfrm>
            <a:off x="4175988" y="1231153"/>
            <a:ext cx="3145190" cy="2471159"/>
            <a:chOff x="4175988" y="1231153"/>
            <a:chExt cx="3145190" cy="24711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A4B6A2E7-9465-4F2C-B0BF-36EA3FBF050A}"/>
                    </a:ext>
                  </a:extLst>
                </p:cNvPr>
                <p:cNvSpPr/>
                <p:nvPr/>
              </p:nvSpPr>
              <p:spPr>
                <a:xfrm>
                  <a:off x="5492376" y="1231153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A4B6A2E7-9465-4F2C-B0BF-36EA3FBF05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2376" y="1231153"/>
                  <a:ext cx="502024" cy="51397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74573C8-CDE5-439D-A41A-5A9E51A044A0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4966447" y="1488141"/>
              <a:ext cx="5259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D6708CF-D8A4-4EB1-B7E3-128B66CA2E39}"/>
                </a:ext>
              </a:extLst>
            </p:cNvPr>
            <p:cNvCxnSpPr>
              <a:cxnSpLocks/>
              <a:stCxn id="5" idx="4"/>
              <a:endCxn id="19" idx="0"/>
            </p:cNvCxnSpPr>
            <p:nvPr/>
          </p:nvCxnSpPr>
          <p:spPr>
            <a:xfrm flipH="1">
              <a:off x="5740536" y="1745129"/>
              <a:ext cx="2852" cy="4788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51A86652-4A75-4AAC-B356-F21C7DB3BCBC}"/>
                    </a:ext>
                  </a:extLst>
                </p:cNvPr>
                <p:cNvSpPr/>
                <p:nvPr/>
              </p:nvSpPr>
              <p:spPr>
                <a:xfrm>
                  <a:off x="5489524" y="2224018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51A86652-4A75-4AAC-B356-F21C7DB3BC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9524" y="2224018"/>
                  <a:ext cx="502024" cy="51397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40B05F7-912D-44D7-8E25-27858CADD12C}"/>
                </a:ext>
              </a:extLst>
            </p:cNvPr>
            <p:cNvCxnSpPr>
              <a:cxnSpLocks/>
              <a:stCxn id="19" idx="6"/>
              <a:endCxn id="22" idx="2"/>
            </p:cNvCxnSpPr>
            <p:nvPr/>
          </p:nvCxnSpPr>
          <p:spPr>
            <a:xfrm>
              <a:off x="5991548" y="2481006"/>
              <a:ext cx="8276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56CF32A-F7F3-4D9C-9580-B632744024CB}"/>
                    </a:ext>
                  </a:extLst>
                </p:cNvPr>
                <p:cNvSpPr/>
                <p:nvPr/>
              </p:nvSpPr>
              <p:spPr>
                <a:xfrm>
                  <a:off x="6819154" y="2224018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56CF32A-F7F3-4D9C-9580-B632744024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154" y="2224018"/>
                  <a:ext cx="502024" cy="513976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8645A9F7-73F0-4637-9EA9-1BB268126613}"/>
                    </a:ext>
                  </a:extLst>
                </p:cNvPr>
                <p:cNvSpPr/>
                <p:nvPr/>
              </p:nvSpPr>
              <p:spPr>
                <a:xfrm>
                  <a:off x="4175988" y="2224017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𝑢𝑝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8645A9F7-73F0-4637-9EA9-1BB2681266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5988" y="2224017"/>
                  <a:ext cx="502024" cy="513976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0314F21-DF55-4FEE-970D-900E7E3145E3}"/>
                </a:ext>
              </a:extLst>
            </p:cNvPr>
            <p:cNvCxnSpPr>
              <a:cxnSpLocks/>
              <a:stCxn id="19" idx="2"/>
              <a:endCxn id="27" idx="6"/>
            </p:cNvCxnSpPr>
            <p:nvPr/>
          </p:nvCxnSpPr>
          <p:spPr>
            <a:xfrm flipH="1" flipV="1">
              <a:off x="4678012" y="2481005"/>
              <a:ext cx="81151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1507AC0-61D8-493B-AD36-5FB5F315AB84}"/>
                </a:ext>
              </a:extLst>
            </p:cNvPr>
            <p:cNvSpPr/>
            <p:nvPr/>
          </p:nvSpPr>
          <p:spPr>
            <a:xfrm>
              <a:off x="4545686" y="1585399"/>
              <a:ext cx="967028" cy="657841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220378" y="320149"/>
                    <a:pt x="381549" y="210509"/>
                  </a:cubicBezTo>
                  <a:cubicBezTo>
                    <a:pt x="542720" y="100869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DBB9655-136A-4921-8709-6806422BC7B1}"/>
                </a:ext>
              </a:extLst>
            </p:cNvPr>
            <p:cNvSpPr/>
            <p:nvPr/>
          </p:nvSpPr>
          <p:spPr>
            <a:xfrm flipH="1">
              <a:off x="5975890" y="1571663"/>
              <a:ext cx="967028" cy="657841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220378" y="320149"/>
                    <a:pt x="381549" y="210509"/>
                  </a:cubicBezTo>
                  <a:cubicBezTo>
                    <a:pt x="542720" y="100869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9B6A1AD-CF90-4A7B-9AFE-E9FCCDD75211}"/>
                    </a:ext>
                  </a:extLst>
                </p:cNvPr>
                <p:cNvSpPr/>
                <p:nvPr/>
              </p:nvSpPr>
              <p:spPr>
                <a:xfrm>
                  <a:off x="4930091" y="3188336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9B6A1AD-CF90-4A7B-9AFE-E9FCCDD752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0091" y="3188336"/>
                  <a:ext cx="502024" cy="513976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5639B85A-7315-415A-A8E4-4CF997528E99}"/>
                    </a:ext>
                  </a:extLst>
                </p:cNvPr>
                <p:cNvSpPr/>
                <p:nvPr/>
              </p:nvSpPr>
              <p:spPr>
                <a:xfrm>
                  <a:off x="6096000" y="3188336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5639B85A-7315-415A-A8E4-4CF997528E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188336"/>
                  <a:ext cx="502024" cy="513976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47E374A-317D-48B1-8417-6E1BFE9992FD}"/>
                </a:ext>
              </a:extLst>
            </p:cNvPr>
            <p:cNvCxnSpPr>
              <a:cxnSpLocks/>
              <a:stCxn id="19" idx="3"/>
              <a:endCxn id="38" idx="0"/>
            </p:cNvCxnSpPr>
            <p:nvPr/>
          </p:nvCxnSpPr>
          <p:spPr>
            <a:xfrm flipH="1">
              <a:off x="5181103" y="2662724"/>
              <a:ext cx="381941" cy="5256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F4AD905-F38C-414A-BF6D-66435C7A962D}"/>
                </a:ext>
              </a:extLst>
            </p:cNvPr>
            <p:cNvCxnSpPr>
              <a:cxnSpLocks/>
              <a:stCxn id="19" idx="5"/>
              <a:endCxn id="39" idx="0"/>
            </p:cNvCxnSpPr>
            <p:nvPr/>
          </p:nvCxnSpPr>
          <p:spPr>
            <a:xfrm>
              <a:off x="5918028" y="2662724"/>
              <a:ext cx="428984" cy="5256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C64E9BB-E856-49FF-9FD7-660E2208E754}"/>
                </a:ext>
              </a:extLst>
            </p:cNvPr>
            <p:cNvSpPr/>
            <p:nvPr/>
          </p:nvSpPr>
          <p:spPr>
            <a:xfrm>
              <a:off x="4986432" y="1651087"/>
              <a:ext cx="550485" cy="1612518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  <a:gd name="connsiteX0" fmla="*/ 0 w 967028"/>
                <a:gd name="connsiteY0" fmla="*/ 657841 h 657841"/>
                <a:gd name="connsiteX1" fmla="*/ 173536 w 967028"/>
                <a:gd name="connsiteY1" fmla="*/ 199774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12365" y="309414"/>
                    <a:pt x="173536" y="199774"/>
                  </a:cubicBezTo>
                  <a:cubicBezTo>
                    <a:pt x="334707" y="90134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3086389-197F-4B86-BE2F-8C643E0ACD56}"/>
                </a:ext>
              </a:extLst>
            </p:cNvPr>
            <p:cNvSpPr/>
            <p:nvPr/>
          </p:nvSpPr>
          <p:spPr>
            <a:xfrm flipH="1">
              <a:off x="5953446" y="1625224"/>
              <a:ext cx="550485" cy="1612518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  <a:gd name="connsiteX0" fmla="*/ 0 w 967028"/>
                <a:gd name="connsiteY0" fmla="*/ 657841 h 657841"/>
                <a:gd name="connsiteX1" fmla="*/ 138869 w 967028"/>
                <a:gd name="connsiteY1" fmla="*/ 207825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-22302" y="317465"/>
                    <a:pt x="138869" y="207825"/>
                  </a:cubicBezTo>
                  <a:cubicBezTo>
                    <a:pt x="300040" y="98185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6DC7023-B95D-4D1C-B28B-02AF653EE895}"/>
                </a:ext>
              </a:extLst>
            </p:cNvPr>
            <p:cNvSpPr txBox="1"/>
            <p:nvPr/>
          </p:nvSpPr>
          <p:spPr>
            <a:xfrm>
              <a:off x="5468592" y="1790367"/>
              <a:ext cx="5476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pick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A8283D3-905C-41F5-BD84-FFE29FFBAC34}"/>
                </a:ext>
              </a:extLst>
            </p:cNvPr>
            <p:cNvSpPr txBox="1"/>
            <p:nvPr/>
          </p:nvSpPr>
          <p:spPr>
            <a:xfrm>
              <a:off x="5184338" y="2745421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EA89864-E3B6-41EB-9D80-620950DB97B8}"/>
                </a:ext>
              </a:extLst>
            </p:cNvPr>
            <p:cNvSpPr txBox="1"/>
            <p:nvPr/>
          </p:nvSpPr>
          <p:spPr>
            <a:xfrm>
              <a:off x="5849670" y="2732738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09721E5-E49F-4D89-842E-935B3E77A8CC}"/>
                </a:ext>
              </a:extLst>
            </p:cNvPr>
            <p:cNvSpPr txBox="1"/>
            <p:nvPr/>
          </p:nvSpPr>
          <p:spPr>
            <a:xfrm>
              <a:off x="5908875" y="2325179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BE2C4A4-0FBF-4FF9-8F11-0B616C153E61}"/>
                </a:ext>
              </a:extLst>
            </p:cNvPr>
            <p:cNvSpPr txBox="1"/>
            <p:nvPr/>
          </p:nvSpPr>
          <p:spPr>
            <a:xfrm>
              <a:off x="4995142" y="2318413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2388E8C-C9DE-49E8-A149-6A519F933FE6}"/>
                </a:ext>
              </a:extLst>
            </p:cNvPr>
            <p:cNvSpPr txBox="1"/>
            <p:nvPr/>
          </p:nvSpPr>
          <p:spPr>
            <a:xfrm>
              <a:off x="4309507" y="1672198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hello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E28E899-4B72-443E-BA1A-635BC44F6484}"/>
                </a:ext>
              </a:extLst>
            </p:cNvPr>
            <p:cNvSpPr txBox="1"/>
            <p:nvPr/>
          </p:nvSpPr>
          <p:spPr>
            <a:xfrm>
              <a:off x="4623551" y="2753690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hi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E02BC25-199B-4253-A6A1-7CBC8C3EE972}"/>
                </a:ext>
              </a:extLst>
            </p:cNvPr>
            <p:cNvSpPr txBox="1"/>
            <p:nvPr/>
          </p:nvSpPr>
          <p:spPr>
            <a:xfrm>
              <a:off x="6407354" y="2779934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howdy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68AA5AB-99B5-434E-82AB-2578FDF9AC4D}"/>
                </a:ext>
              </a:extLst>
            </p:cNvPr>
            <p:cNvSpPr txBox="1"/>
            <p:nvPr/>
          </p:nvSpPr>
          <p:spPr>
            <a:xfrm>
              <a:off x="6564924" y="1636312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hey</a:t>
              </a: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982EE8F-7E88-4461-95C4-DE1441DB3EA4}"/>
                </a:ext>
              </a:extLst>
            </p:cNvPr>
            <p:cNvSpPr/>
            <p:nvPr/>
          </p:nvSpPr>
          <p:spPr>
            <a:xfrm>
              <a:off x="5885720" y="2099466"/>
              <a:ext cx="211599" cy="210559"/>
            </a:xfrm>
            <a:custGeom>
              <a:avLst/>
              <a:gdLst>
                <a:gd name="connsiteX0" fmla="*/ 0 w 211599"/>
                <a:gd name="connsiteY0" fmla="*/ 138196 h 210559"/>
                <a:gd name="connsiteX1" fmla="*/ 111833 w 211599"/>
                <a:gd name="connsiteY1" fmla="*/ 50 h 210559"/>
                <a:gd name="connsiteX2" fmla="*/ 210510 w 211599"/>
                <a:gd name="connsiteY2" fmla="*/ 151353 h 210559"/>
                <a:gd name="connsiteX3" fmla="*/ 46049 w 211599"/>
                <a:gd name="connsiteY3" fmla="*/ 210559 h 21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599" h="210559">
                  <a:moveTo>
                    <a:pt x="0" y="138196"/>
                  </a:moveTo>
                  <a:cubicBezTo>
                    <a:pt x="38374" y="68026"/>
                    <a:pt x="76748" y="-2143"/>
                    <a:pt x="111833" y="50"/>
                  </a:cubicBezTo>
                  <a:cubicBezTo>
                    <a:pt x="146918" y="2243"/>
                    <a:pt x="221474" y="116268"/>
                    <a:pt x="210510" y="151353"/>
                  </a:cubicBezTo>
                  <a:cubicBezTo>
                    <a:pt x="199546" y="186438"/>
                    <a:pt x="122797" y="198498"/>
                    <a:pt x="46049" y="210559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CFCAA1B-FF1B-4802-9AE3-597772205090}"/>
                </a:ext>
              </a:extLst>
            </p:cNvPr>
            <p:cNvSpPr txBox="1"/>
            <p:nvPr/>
          </p:nvSpPr>
          <p:spPr>
            <a:xfrm>
              <a:off x="5821134" y="1995606"/>
              <a:ext cx="5476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stay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9FE8C7F-BBD4-48D2-B5AA-1BE59213ECA2}"/>
                  </a:ext>
                </a:extLst>
              </p14:cNvPr>
              <p14:cNvContentPartPr/>
              <p14:nvPr/>
            </p14:nvContentPartPr>
            <p14:xfrm>
              <a:off x="7453440" y="276120"/>
              <a:ext cx="4072320" cy="4315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9FE8C7F-BBD4-48D2-B5AA-1BE59213ECA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44080" y="266760"/>
                <a:ext cx="4091040" cy="43340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2573F-CCF9-46C3-8925-376173CC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C0DF63-7F24-4564-88C1-A1A29E68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79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C2191D-F2B6-44DD-8B6F-0088295C9E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→,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en-US" dirty="0"/>
                  <a:t> is called action-deterministic if:</a:t>
                </a:r>
              </a:p>
              <a:p>
                <a:pPr marL="86868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b="0" dirty="0"/>
              </a:p>
              <a:p>
                <a:pPr marL="86868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𝐴𝑐𝑡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𝑃𝑜𝑠𝑡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  <a:p>
                <a:pPr marL="411480" lvl="1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en-US" dirty="0"/>
                  <a:t> is called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deterministic if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 (Number of initial states labeled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at most 1)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𝑃𝑜𝑠𝑡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∣ </m:t>
                            </m:r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( Number of successors with the same atomic proposition label is at most 1)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C2191D-F2B6-44DD-8B6F-0088295C9E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00E38E3-FAC9-45D0-B6DD-84CAB72C6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Deterministic Transition System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3F919-79CC-42C2-8812-DD11C067C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F497F-AEAA-484A-AF38-BA1A51552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773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F8AAAE4-506F-401B-9447-37586FB03F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Finite execution fragment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Infinite execution fragment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Initial execution fragment: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We are restricting ourselves to LTS that do not have terminal or deadlock states, 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,∃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𝐴𝑐𝑡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𝑃𝑜𝑠𝑡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For such LTSs,</a:t>
                </a:r>
                <a:r>
                  <a:rPr lang="en-US" i="1" dirty="0"/>
                  <a:t> execution of LTS</a:t>
                </a:r>
                <a:r>
                  <a:rPr lang="en-US" dirty="0"/>
                  <a:t> = initial infinite execution fragment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F8AAAE4-506F-401B-9447-37586FB03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770D5D7-77EC-4C19-B3C8-8F2CA7710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Executions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31632-23D5-44E4-9480-0DA6C153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0A1B8-CC97-426C-A7DE-1F80F18A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226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351C00-6CEC-447E-9C05-6113A24DB8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2835" y="988141"/>
                <a:ext cx="7852933" cy="522188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𝑖𝑐𝑘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𝑜𝑣𝑒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𝑙𝑡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𝑝𝑖𝑐𝑘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𝑚𝑜𝑣𝑒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𝑟𝑡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h𝑜𝑤𝑑𝑦</m:t>
                        </m:r>
                      </m:e>
                    </m:groupCh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𝑝𝑖𝑐𝑘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𝑡𝑎𝑦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𝑠𝑡𝑎𝑦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𝑚𝑜𝑣𝑒</m:t>
                        </m:r>
                      </m:e>
                    </m:groupCh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…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𝑖𝑐𝑘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𝑜𝑣𝑒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𝑑𝑛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h𝑒𝑦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𝑝𝑖𝑐𝑘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𝑚𝑜𝑣𝑒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𝑙𝑡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h𝑖</m:t>
                        </m:r>
                      </m:e>
                    </m:groupCh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𝑝𝑖𝑐𝑘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𝑚𝑜𝑣𝑒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𝑢𝑝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h𝑒𝑙𝑙𝑜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𝑡𝑎𝑦</m:t>
                        </m:r>
                      </m:e>
                    </m:groupCh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…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𝑚𝑜𝑣𝑒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𝑙𝑡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h𝑖</m:t>
                        </m:r>
                      </m:e>
                    </m:groupCh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𝑝𝑖𝑐𝑘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𝑚𝑜𝑣𝑒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𝑢𝑝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h𝑒𝑙𝑙𝑜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𝑡𝑎𝑦</m:t>
                        </m:r>
                      </m:e>
                    </m:groupCh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…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′: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𝑚𝑜𝑣𝑒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𝑙𝑡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h𝑖</m:t>
                        </m:r>
                      </m:e>
                    </m:groupCh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𝑝𝑖𝑐𝑘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𝑚𝑜𝑣𝑒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𝑢𝑝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h𝑒𝑙𝑙𝑜</m:t>
                        </m:r>
                      </m:e>
                    </m:groupCh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′′: 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𝑖𝑐𝑘</m:t>
                          </m:r>
                        </m:e>
                      </m:groupCh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𝑜𝑣𝑒</m:t>
                          </m:r>
                        </m:e>
                      </m:groupCh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𝑑𝑛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h𝑒𝑦</m:t>
                          </m:r>
                        </m:e>
                      </m:groupCh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𝑝𝑖𝑐𝑘</m:t>
                          </m:r>
                        </m:e>
                      </m:groupCh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/>
                  <a:t> are initial, infinite execution fragments, i.e., executions of LTS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800" dirty="0"/>
                  <a:t> is an infinite execution fragment, but not initial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800" dirty="0"/>
                  <a:t> is a finite execution fragment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n-US" sz="1800" dirty="0"/>
                  <a:t> is a finite initial execution fragment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351C00-6CEC-447E-9C05-6113A24DB8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2835" y="988141"/>
                <a:ext cx="7852933" cy="5221885"/>
              </a:xfrm>
              <a:blipFill>
                <a:blip r:embed="rId2"/>
                <a:stretch>
                  <a:fillRect l="-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840030F-F75B-49D4-9BD8-3EF1402AF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Execution example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93EC6F1-58C3-4A88-ACB4-8464B9577BA4}"/>
              </a:ext>
            </a:extLst>
          </p:cNvPr>
          <p:cNvGrpSpPr/>
          <p:nvPr/>
        </p:nvGrpSpPr>
        <p:grpSpPr>
          <a:xfrm>
            <a:off x="426290" y="1592966"/>
            <a:ext cx="3145190" cy="2471159"/>
            <a:chOff x="4175988" y="1231153"/>
            <a:chExt cx="3145190" cy="24711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FA94AD2A-11FA-4E19-96DA-8992BF0544DB}"/>
                    </a:ext>
                  </a:extLst>
                </p:cNvPr>
                <p:cNvSpPr/>
                <p:nvPr/>
              </p:nvSpPr>
              <p:spPr>
                <a:xfrm>
                  <a:off x="5492376" y="1231153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FA94AD2A-11FA-4E19-96DA-8992BF0544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2376" y="1231153"/>
                  <a:ext cx="502024" cy="51397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80EF582-E651-45AD-865F-E9E3D7EEE141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>
              <a:off x="4966447" y="1488141"/>
              <a:ext cx="5259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3E17808-76DD-40E7-B17C-B06ACF63DFF1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 flipH="1">
              <a:off x="5740536" y="1745129"/>
              <a:ext cx="2852" cy="4788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64F7D56B-D2D1-4124-8329-73E0E5C2E766}"/>
                    </a:ext>
                  </a:extLst>
                </p:cNvPr>
                <p:cNvSpPr/>
                <p:nvPr/>
              </p:nvSpPr>
              <p:spPr>
                <a:xfrm>
                  <a:off x="5489524" y="2224018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64F7D56B-D2D1-4124-8329-73E0E5C2E7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9524" y="2224018"/>
                  <a:ext cx="502024" cy="51397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52A7555-E7E5-4EAC-B599-C7B82C6136B8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>
              <a:off x="5991548" y="2481006"/>
              <a:ext cx="8276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0036159D-0FE8-48C5-A240-92B5873DCA5D}"/>
                    </a:ext>
                  </a:extLst>
                </p:cNvPr>
                <p:cNvSpPr/>
                <p:nvPr/>
              </p:nvSpPr>
              <p:spPr>
                <a:xfrm>
                  <a:off x="6819154" y="2224018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0036159D-0FE8-48C5-A240-92B5873DCA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154" y="2224018"/>
                  <a:ext cx="502024" cy="513976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7BF38FF-277F-4929-BB72-9BA8E9E4EA2B}"/>
                    </a:ext>
                  </a:extLst>
                </p:cNvPr>
                <p:cNvSpPr/>
                <p:nvPr/>
              </p:nvSpPr>
              <p:spPr>
                <a:xfrm>
                  <a:off x="4175988" y="2224017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𝑢𝑝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7BF38FF-277F-4929-BB72-9BA8E9E4EA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5988" y="2224017"/>
                  <a:ext cx="502024" cy="513976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DF5D71F-0ED0-4F8E-B84B-11A133ABE8A2}"/>
                </a:ext>
              </a:extLst>
            </p:cNvPr>
            <p:cNvCxnSpPr>
              <a:cxnSpLocks/>
              <a:stCxn id="9" idx="2"/>
              <a:endCxn id="12" idx="6"/>
            </p:cNvCxnSpPr>
            <p:nvPr/>
          </p:nvCxnSpPr>
          <p:spPr>
            <a:xfrm flipH="1" flipV="1">
              <a:off x="4678012" y="2481005"/>
              <a:ext cx="81151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C36CDEA-0355-4EEF-9B0E-4433AC8C028B}"/>
                </a:ext>
              </a:extLst>
            </p:cNvPr>
            <p:cNvSpPr/>
            <p:nvPr/>
          </p:nvSpPr>
          <p:spPr>
            <a:xfrm>
              <a:off x="4545686" y="1585399"/>
              <a:ext cx="967028" cy="657841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220378" y="320149"/>
                    <a:pt x="381549" y="210509"/>
                  </a:cubicBezTo>
                  <a:cubicBezTo>
                    <a:pt x="542720" y="100869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982F1D9-9B54-4264-BEBE-832CA9E37256}"/>
                </a:ext>
              </a:extLst>
            </p:cNvPr>
            <p:cNvSpPr/>
            <p:nvPr/>
          </p:nvSpPr>
          <p:spPr>
            <a:xfrm flipH="1">
              <a:off x="5975890" y="1571663"/>
              <a:ext cx="967028" cy="657841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220378" y="320149"/>
                    <a:pt x="381549" y="210509"/>
                  </a:cubicBezTo>
                  <a:cubicBezTo>
                    <a:pt x="542720" y="100869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2991483-A15E-4FB8-A08E-54E6D0B557A7}"/>
                    </a:ext>
                  </a:extLst>
                </p:cNvPr>
                <p:cNvSpPr/>
                <p:nvPr/>
              </p:nvSpPr>
              <p:spPr>
                <a:xfrm>
                  <a:off x="4930091" y="3188336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2991483-A15E-4FB8-A08E-54E6D0B557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0091" y="3188336"/>
                  <a:ext cx="502024" cy="513976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234F8D95-CE1B-4029-B8EB-D22CF2DA90D9}"/>
                    </a:ext>
                  </a:extLst>
                </p:cNvPr>
                <p:cNvSpPr/>
                <p:nvPr/>
              </p:nvSpPr>
              <p:spPr>
                <a:xfrm>
                  <a:off x="6096000" y="3188336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234F8D95-CE1B-4029-B8EB-D22CF2DA90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188336"/>
                  <a:ext cx="502024" cy="513976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D227B17-D51E-4438-BD6F-64F5EF61336F}"/>
                </a:ext>
              </a:extLst>
            </p:cNvPr>
            <p:cNvCxnSpPr>
              <a:cxnSpLocks/>
              <a:stCxn id="9" idx="3"/>
              <a:endCxn id="16" idx="0"/>
            </p:cNvCxnSpPr>
            <p:nvPr/>
          </p:nvCxnSpPr>
          <p:spPr>
            <a:xfrm flipH="1">
              <a:off x="5181103" y="2662724"/>
              <a:ext cx="381941" cy="5256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B600922-A47B-44FD-BA4C-FC7573552BC4}"/>
                </a:ext>
              </a:extLst>
            </p:cNvPr>
            <p:cNvCxnSpPr>
              <a:cxnSpLocks/>
              <a:stCxn id="9" idx="5"/>
              <a:endCxn id="17" idx="0"/>
            </p:cNvCxnSpPr>
            <p:nvPr/>
          </p:nvCxnSpPr>
          <p:spPr>
            <a:xfrm>
              <a:off x="5918028" y="2662724"/>
              <a:ext cx="428984" cy="5256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E3698A0-0329-45A7-9AE7-B904A21789BE}"/>
                </a:ext>
              </a:extLst>
            </p:cNvPr>
            <p:cNvSpPr/>
            <p:nvPr/>
          </p:nvSpPr>
          <p:spPr>
            <a:xfrm>
              <a:off x="4986432" y="1651087"/>
              <a:ext cx="550485" cy="1612518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  <a:gd name="connsiteX0" fmla="*/ 0 w 967028"/>
                <a:gd name="connsiteY0" fmla="*/ 657841 h 657841"/>
                <a:gd name="connsiteX1" fmla="*/ 173536 w 967028"/>
                <a:gd name="connsiteY1" fmla="*/ 199774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12365" y="309414"/>
                    <a:pt x="173536" y="199774"/>
                  </a:cubicBezTo>
                  <a:cubicBezTo>
                    <a:pt x="334707" y="90134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789BE51-A7B8-4EC7-817A-828E51EA7059}"/>
                </a:ext>
              </a:extLst>
            </p:cNvPr>
            <p:cNvSpPr/>
            <p:nvPr/>
          </p:nvSpPr>
          <p:spPr>
            <a:xfrm flipH="1">
              <a:off x="5953446" y="1625224"/>
              <a:ext cx="550485" cy="1612518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  <a:gd name="connsiteX0" fmla="*/ 0 w 967028"/>
                <a:gd name="connsiteY0" fmla="*/ 657841 h 657841"/>
                <a:gd name="connsiteX1" fmla="*/ 138869 w 967028"/>
                <a:gd name="connsiteY1" fmla="*/ 207825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-22302" y="317465"/>
                    <a:pt x="138869" y="207825"/>
                  </a:cubicBezTo>
                  <a:cubicBezTo>
                    <a:pt x="300040" y="98185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CB9684C-8F58-40CE-B58A-508C25AA2BE0}"/>
                </a:ext>
              </a:extLst>
            </p:cNvPr>
            <p:cNvSpPr txBox="1"/>
            <p:nvPr/>
          </p:nvSpPr>
          <p:spPr>
            <a:xfrm>
              <a:off x="5468592" y="1790367"/>
              <a:ext cx="5476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pick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62A4BA-970D-402A-BE4E-EDE575311BA3}"/>
                </a:ext>
              </a:extLst>
            </p:cNvPr>
            <p:cNvSpPr txBox="1"/>
            <p:nvPr/>
          </p:nvSpPr>
          <p:spPr>
            <a:xfrm>
              <a:off x="5184338" y="2745421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C4F79AA-3AB9-4843-A21E-CD7FED59EB06}"/>
                </a:ext>
              </a:extLst>
            </p:cNvPr>
            <p:cNvSpPr txBox="1"/>
            <p:nvPr/>
          </p:nvSpPr>
          <p:spPr>
            <a:xfrm>
              <a:off x="5849670" y="2732738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A45098-F71C-41F8-8B8C-CF724DFFE26C}"/>
                </a:ext>
              </a:extLst>
            </p:cNvPr>
            <p:cNvSpPr txBox="1"/>
            <p:nvPr/>
          </p:nvSpPr>
          <p:spPr>
            <a:xfrm>
              <a:off x="5908875" y="2325179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3C72866-1C6B-4F3A-9884-20024CDB8FBF}"/>
                </a:ext>
              </a:extLst>
            </p:cNvPr>
            <p:cNvSpPr txBox="1"/>
            <p:nvPr/>
          </p:nvSpPr>
          <p:spPr>
            <a:xfrm>
              <a:off x="4995142" y="2318413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FA8C62-577D-4197-AEA6-F06A498DB0C5}"/>
                </a:ext>
              </a:extLst>
            </p:cNvPr>
            <p:cNvSpPr txBox="1"/>
            <p:nvPr/>
          </p:nvSpPr>
          <p:spPr>
            <a:xfrm>
              <a:off x="4309507" y="1672198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hello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35D01E-88E2-411F-AF1E-03AB822E6077}"/>
                </a:ext>
              </a:extLst>
            </p:cNvPr>
            <p:cNvSpPr txBox="1"/>
            <p:nvPr/>
          </p:nvSpPr>
          <p:spPr>
            <a:xfrm>
              <a:off x="4623551" y="2753690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hi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8B3224A-7BEB-49ED-9204-54CC70F00CC8}"/>
                </a:ext>
              </a:extLst>
            </p:cNvPr>
            <p:cNvSpPr txBox="1"/>
            <p:nvPr/>
          </p:nvSpPr>
          <p:spPr>
            <a:xfrm>
              <a:off x="6407354" y="2779934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howdy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1E8370-85DB-405C-B81B-036630EFDC14}"/>
                </a:ext>
              </a:extLst>
            </p:cNvPr>
            <p:cNvSpPr txBox="1"/>
            <p:nvPr/>
          </p:nvSpPr>
          <p:spPr>
            <a:xfrm>
              <a:off x="6564924" y="1636312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hey</a:t>
              </a: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90255F5-C437-4188-AAB8-F187B1B84728}"/>
                </a:ext>
              </a:extLst>
            </p:cNvPr>
            <p:cNvSpPr/>
            <p:nvPr/>
          </p:nvSpPr>
          <p:spPr>
            <a:xfrm>
              <a:off x="5885720" y="2099466"/>
              <a:ext cx="211599" cy="210559"/>
            </a:xfrm>
            <a:custGeom>
              <a:avLst/>
              <a:gdLst>
                <a:gd name="connsiteX0" fmla="*/ 0 w 211599"/>
                <a:gd name="connsiteY0" fmla="*/ 138196 h 210559"/>
                <a:gd name="connsiteX1" fmla="*/ 111833 w 211599"/>
                <a:gd name="connsiteY1" fmla="*/ 50 h 210559"/>
                <a:gd name="connsiteX2" fmla="*/ 210510 w 211599"/>
                <a:gd name="connsiteY2" fmla="*/ 151353 h 210559"/>
                <a:gd name="connsiteX3" fmla="*/ 46049 w 211599"/>
                <a:gd name="connsiteY3" fmla="*/ 210559 h 21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599" h="210559">
                  <a:moveTo>
                    <a:pt x="0" y="138196"/>
                  </a:moveTo>
                  <a:cubicBezTo>
                    <a:pt x="38374" y="68026"/>
                    <a:pt x="76748" y="-2143"/>
                    <a:pt x="111833" y="50"/>
                  </a:cubicBezTo>
                  <a:cubicBezTo>
                    <a:pt x="146918" y="2243"/>
                    <a:pt x="221474" y="116268"/>
                    <a:pt x="210510" y="151353"/>
                  </a:cubicBezTo>
                  <a:cubicBezTo>
                    <a:pt x="199546" y="186438"/>
                    <a:pt x="122797" y="198498"/>
                    <a:pt x="46049" y="210559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9927EA5-6713-46A1-86BD-0BB5E5EB8D06}"/>
                </a:ext>
              </a:extLst>
            </p:cNvPr>
            <p:cNvSpPr txBox="1"/>
            <p:nvPr/>
          </p:nvSpPr>
          <p:spPr>
            <a:xfrm>
              <a:off x="5821134" y="1995606"/>
              <a:ext cx="5476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stay</a:t>
              </a:r>
            </a:p>
          </p:txBody>
        </p:sp>
      </p:grp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AF64D750-5843-405F-BF50-434A27574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3E0B8BBE-D9E5-4FF9-862E-F4F2C8B9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525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244E3C7-1422-4FA3-9072-5993CAC83C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8858907" cy="469589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→,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called reachable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en-US" dirty="0"/>
                  <a:t> if there exists an initial, finite execution fragment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as shown below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𝑅𝑒𝑎𝑐h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set of all reachable states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𝑅𝑒𝑎𝑐h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𝑒𝑥𝑎𝑚𝑝𝑙𝑒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𝑢𝑝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(but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𝑒𝑟𝑟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244E3C7-1422-4FA3-9072-5993CAC83C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8858907" cy="4695899"/>
              </a:xfrm>
              <a:blipFill>
                <a:blip r:embed="rId2"/>
                <a:stretch>
                  <a:fillRect l="-688" r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19B65A4-EFF0-47C5-A32F-53C6DF214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Reachable States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822D60-E2D1-4699-9191-1C62F39AAA4A}"/>
              </a:ext>
            </a:extLst>
          </p:cNvPr>
          <p:cNvGrpSpPr/>
          <p:nvPr/>
        </p:nvGrpSpPr>
        <p:grpSpPr>
          <a:xfrm>
            <a:off x="8511165" y="1487712"/>
            <a:ext cx="3145190" cy="2471159"/>
            <a:chOff x="4175988" y="1231153"/>
            <a:chExt cx="3145190" cy="24711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0BE5179E-DA70-46E3-B79E-A8EB436EA2D7}"/>
                    </a:ext>
                  </a:extLst>
                </p:cNvPr>
                <p:cNvSpPr/>
                <p:nvPr/>
              </p:nvSpPr>
              <p:spPr>
                <a:xfrm>
                  <a:off x="5492376" y="1231153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0BE5179E-DA70-46E3-B79E-A8EB436EA2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2376" y="1231153"/>
                  <a:ext cx="502024" cy="51397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0904AC9-E60C-4E74-B10C-459A8885B02C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>
              <a:off x="4966447" y="1488141"/>
              <a:ext cx="5259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280BFA4-1E45-4A72-A72E-E288755E4D9E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 flipH="1">
              <a:off x="5740536" y="1745129"/>
              <a:ext cx="2852" cy="4788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6593999-5C50-4E89-A678-052D7EB91E8D}"/>
                    </a:ext>
                  </a:extLst>
                </p:cNvPr>
                <p:cNvSpPr/>
                <p:nvPr/>
              </p:nvSpPr>
              <p:spPr>
                <a:xfrm>
                  <a:off x="5489524" y="2224018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6593999-5C50-4E89-A678-052D7EB91E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9524" y="2224018"/>
                  <a:ext cx="502024" cy="51397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70CA648-32F4-4C11-9E4A-E27DA7744979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>
              <a:off x="5991548" y="2481006"/>
              <a:ext cx="8276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AA2F3C25-0227-4BE8-B04E-51558ABF0386}"/>
                    </a:ext>
                  </a:extLst>
                </p:cNvPr>
                <p:cNvSpPr/>
                <p:nvPr/>
              </p:nvSpPr>
              <p:spPr>
                <a:xfrm>
                  <a:off x="6819154" y="2224018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AA2F3C25-0227-4BE8-B04E-51558ABF03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154" y="2224018"/>
                  <a:ext cx="502024" cy="513976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5FFABC73-6328-4051-9730-041DB167506D}"/>
                    </a:ext>
                  </a:extLst>
                </p:cNvPr>
                <p:cNvSpPr/>
                <p:nvPr/>
              </p:nvSpPr>
              <p:spPr>
                <a:xfrm>
                  <a:off x="4175988" y="2224017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𝑢𝑝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5FFABC73-6328-4051-9730-041DB16750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5988" y="2224017"/>
                  <a:ext cx="502024" cy="513976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647D007-A889-47C0-ACE1-B26483059A5C}"/>
                </a:ext>
              </a:extLst>
            </p:cNvPr>
            <p:cNvCxnSpPr>
              <a:cxnSpLocks/>
              <a:stCxn id="9" idx="2"/>
              <a:endCxn id="12" idx="6"/>
            </p:cNvCxnSpPr>
            <p:nvPr/>
          </p:nvCxnSpPr>
          <p:spPr>
            <a:xfrm flipH="1" flipV="1">
              <a:off x="4678012" y="2481005"/>
              <a:ext cx="81151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5F6EBB3-C028-47EE-9E40-EC96F6BB4FE4}"/>
                </a:ext>
              </a:extLst>
            </p:cNvPr>
            <p:cNvSpPr/>
            <p:nvPr/>
          </p:nvSpPr>
          <p:spPr>
            <a:xfrm>
              <a:off x="4545686" y="1585399"/>
              <a:ext cx="967028" cy="657841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220378" y="320149"/>
                    <a:pt x="381549" y="210509"/>
                  </a:cubicBezTo>
                  <a:cubicBezTo>
                    <a:pt x="542720" y="100869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B0D7A8D-802B-49CE-A6B8-6F09B12D5E99}"/>
                </a:ext>
              </a:extLst>
            </p:cNvPr>
            <p:cNvSpPr/>
            <p:nvPr/>
          </p:nvSpPr>
          <p:spPr>
            <a:xfrm flipH="1">
              <a:off x="5975890" y="1571663"/>
              <a:ext cx="967028" cy="657841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220378" y="320149"/>
                    <a:pt x="381549" y="210509"/>
                  </a:cubicBezTo>
                  <a:cubicBezTo>
                    <a:pt x="542720" y="100869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C816119-2BB7-449D-9AF2-2634A7FC0BE1}"/>
                    </a:ext>
                  </a:extLst>
                </p:cNvPr>
                <p:cNvSpPr/>
                <p:nvPr/>
              </p:nvSpPr>
              <p:spPr>
                <a:xfrm>
                  <a:off x="4930091" y="3188336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C816119-2BB7-449D-9AF2-2634A7FC0B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0091" y="3188336"/>
                  <a:ext cx="502024" cy="513976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1064FD13-EB39-4229-806A-90124E020F7F}"/>
                    </a:ext>
                  </a:extLst>
                </p:cNvPr>
                <p:cNvSpPr/>
                <p:nvPr/>
              </p:nvSpPr>
              <p:spPr>
                <a:xfrm>
                  <a:off x="6096000" y="3188336"/>
                  <a:ext cx="502024" cy="513976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1064FD13-EB39-4229-806A-90124E020F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188336"/>
                  <a:ext cx="502024" cy="513976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FD73477-10C6-4CAD-9436-C7D8374A69F6}"/>
                </a:ext>
              </a:extLst>
            </p:cNvPr>
            <p:cNvCxnSpPr>
              <a:cxnSpLocks/>
              <a:stCxn id="9" idx="3"/>
              <a:endCxn id="16" idx="0"/>
            </p:cNvCxnSpPr>
            <p:nvPr/>
          </p:nvCxnSpPr>
          <p:spPr>
            <a:xfrm flipH="1">
              <a:off x="5181103" y="2662724"/>
              <a:ext cx="381941" cy="5256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3F3B730-9F7D-4A9B-825E-240B3C74E3F6}"/>
                </a:ext>
              </a:extLst>
            </p:cNvPr>
            <p:cNvCxnSpPr>
              <a:cxnSpLocks/>
              <a:stCxn id="9" idx="5"/>
              <a:endCxn id="17" idx="0"/>
            </p:cNvCxnSpPr>
            <p:nvPr/>
          </p:nvCxnSpPr>
          <p:spPr>
            <a:xfrm>
              <a:off x="5918028" y="2662724"/>
              <a:ext cx="428984" cy="5256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59F7846-B55A-4355-AEBD-D19C1A5CE160}"/>
                </a:ext>
              </a:extLst>
            </p:cNvPr>
            <p:cNvSpPr/>
            <p:nvPr/>
          </p:nvSpPr>
          <p:spPr>
            <a:xfrm>
              <a:off x="4986432" y="1651087"/>
              <a:ext cx="550485" cy="1612518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  <a:gd name="connsiteX0" fmla="*/ 0 w 967028"/>
                <a:gd name="connsiteY0" fmla="*/ 657841 h 657841"/>
                <a:gd name="connsiteX1" fmla="*/ 173536 w 967028"/>
                <a:gd name="connsiteY1" fmla="*/ 199774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12365" y="309414"/>
                    <a:pt x="173536" y="199774"/>
                  </a:cubicBezTo>
                  <a:cubicBezTo>
                    <a:pt x="334707" y="90134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4893920-4F35-49B8-8AAB-15ACA8C4F483}"/>
                </a:ext>
              </a:extLst>
            </p:cNvPr>
            <p:cNvSpPr/>
            <p:nvPr/>
          </p:nvSpPr>
          <p:spPr>
            <a:xfrm flipH="1">
              <a:off x="5953446" y="1625224"/>
              <a:ext cx="550485" cy="1612518"/>
            </a:xfrm>
            <a:custGeom>
              <a:avLst/>
              <a:gdLst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4" fmla="*/ 868351 w 1028615"/>
                <a:gd name="connsiteY4" fmla="*/ 223304 h 677215"/>
                <a:gd name="connsiteX0" fmla="*/ 0 w 1028615"/>
                <a:gd name="connsiteY0" fmla="*/ 677215 h 677215"/>
                <a:gd name="connsiteX1" fmla="*/ 381549 w 1028615"/>
                <a:gd name="connsiteY1" fmla="*/ 229883 h 677215"/>
                <a:gd name="connsiteX2" fmla="*/ 967028 w 1028615"/>
                <a:gd name="connsiteY2" fmla="*/ 19374 h 677215"/>
                <a:gd name="connsiteX3" fmla="*/ 999920 w 1028615"/>
                <a:gd name="connsiteY3" fmla="*/ 32530 h 677215"/>
                <a:gd name="connsiteX0" fmla="*/ 0 w 967028"/>
                <a:gd name="connsiteY0" fmla="*/ 657841 h 657841"/>
                <a:gd name="connsiteX1" fmla="*/ 381549 w 967028"/>
                <a:gd name="connsiteY1" fmla="*/ 210509 h 657841"/>
                <a:gd name="connsiteX2" fmla="*/ 967028 w 967028"/>
                <a:gd name="connsiteY2" fmla="*/ 0 h 657841"/>
                <a:gd name="connsiteX0" fmla="*/ 0 w 967028"/>
                <a:gd name="connsiteY0" fmla="*/ 657841 h 657841"/>
                <a:gd name="connsiteX1" fmla="*/ 138869 w 967028"/>
                <a:gd name="connsiteY1" fmla="*/ 207825 h 657841"/>
                <a:gd name="connsiteX2" fmla="*/ 967028 w 967028"/>
                <a:gd name="connsiteY2" fmla="*/ 0 h 6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28" h="657841">
                  <a:moveTo>
                    <a:pt x="0" y="657841"/>
                  </a:moveTo>
                  <a:cubicBezTo>
                    <a:pt x="110189" y="488995"/>
                    <a:pt x="-22302" y="317465"/>
                    <a:pt x="138869" y="207825"/>
                  </a:cubicBezTo>
                  <a:cubicBezTo>
                    <a:pt x="300040" y="98185"/>
                    <a:pt x="863966" y="32892"/>
                    <a:pt x="967028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C01FE4-2241-403A-8ABE-A771B861A9F3}"/>
                </a:ext>
              </a:extLst>
            </p:cNvPr>
            <p:cNvSpPr txBox="1"/>
            <p:nvPr/>
          </p:nvSpPr>
          <p:spPr>
            <a:xfrm>
              <a:off x="5468592" y="1790367"/>
              <a:ext cx="5476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pick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18B551B-5380-4FD8-A4FC-42F6C5F4CB1B}"/>
                </a:ext>
              </a:extLst>
            </p:cNvPr>
            <p:cNvSpPr txBox="1"/>
            <p:nvPr/>
          </p:nvSpPr>
          <p:spPr>
            <a:xfrm>
              <a:off x="5184338" y="2745421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75387D-B082-45D1-9BB9-5FD94F7965B4}"/>
                </a:ext>
              </a:extLst>
            </p:cNvPr>
            <p:cNvSpPr txBox="1"/>
            <p:nvPr/>
          </p:nvSpPr>
          <p:spPr>
            <a:xfrm>
              <a:off x="5849670" y="2732738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C83589-C88A-448D-87B2-FD6DDCF45200}"/>
                </a:ext>
              </a:extLst>
            </p:cNvPr>
            <p:cNvSpPr txBox="1"/>
            <p:nvPr/>
          </p:nvSpPr>
          <p:spPr>
            <a:xfrm>
              <a:off x="5908875" y="2325179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7AB3DAF-2FE0-4146-9F8B-BC1395EE593A}"/>
                </a:ext>
              </a:extLst>
            </p:cNvPr>
            <p:cNvSpPr txBox="1"/>
            <p:nvPr/>
          </p:nvSpPr>
          <p:spPr>
            <a:xfrm>
              <a:off x="4995142" y="2318413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move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4A01D8E-4656-4E41-BBDA-A077D59A6FA2}"/>
                </a:ext>
              </a:extLst>
            </p:cNvPr>
            <p:cNvSpPr txBox="1"/>
            <p:nvPr/>
          </p:nvSpPr>
          <p:spPr>
            <a:xfrm>
              <a:off x="4309507" y="1672198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hello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1946A18-2E3F-4D67-A8C3-FAA3BB8C2913}"/>
                </a:ext>
              </a:extLst>
            </p:cNvPr>
            <p:cNvSpPr txBox="1"/>
            <p:nvPr/>
          </p:nvSpPr>
          <p:spPr>
            <a:xfrm>
              <a:off x="4623551" y="2753690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hi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8BE1FF-02F7-405E-B8D7-BFBDD7B59EBB}"/>
                </a:ext>
              </a:extLst>
            </p:cNvPr>
            <p:cNvSpPr txBox="1"/>
            <p:nvPr/>
          </p:nvSpPr>
          <p:spPr>
            <a:xfrm>
              <a:off x="6407354" y="2779934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howdy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965D359-FB57-4987-A5F4-2224F665133B}"/>
                </a:ext>
              </a:extLst>
            </p:cNvPr>
            <p:cNvSpPr txBox="1"/>
            <p:nvPr/>
          </p:nvSpPr>
          <p:spPr>
            <a:xfrm>
              <a:off x="6564924" y="1636312"/>
              <a:ext cx="613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hey</a:t>
              </a: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9543B68-8433-4C5B-AD77-B9CC99D5D554}"/>
                </a:ext>
              </a:extLst>
            </p:cNvPr>
            <p:cNvSpPr/>
            <p:nvPr/>
          </p:nvSpPr>
          <p:spPr>
            <a:xfrm>
              <a:off x="5885720" y="2099466"/>
              <a:ext cx="211599" cy="210559"/>
            </a:xfrm>
            <a:custGeom>
              <a:avLst/>
              <a:gdLst>
                <a:gd name="connsiteX0" fmla="*/ 0 w 211599"/>
                <a:gd name="connsiteY0" fmla="*/ 138196 h 210559"/>
                <a:gd name="connsiteX1" fmla="*/ 111833 w 211599"/>
                <a:gd name="connsiteY1" fmla="*/ 50 h 210559"/>
                <a:gd name="connsiteX2" fmla="*/ 210510 w 211599"/>
                <a:gd name="connsiteY2" fmla="*/ 151353 h 210559"/>
                <a:gd name="connsiteX3" fmla="*/ 46049 w 211599"/>
                <a:gd name="connsiteY3" fmla="*/ 210559 h 21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599" h="210559">
                  <a:moveTo>
                    <a:pt x="0" y="138196"/>
                  </a:moveTo>
                  <a:cubicBezTo>
                    <a:pt x="38374" y="68026"/>
                    <a:pt x="76748" y="-2143"/>
                    <a:pt x="111833" y="50"/>
                  </a:cubicBezTo>
                  <a:cubicBezTo>
                    <a:pt x="146918" y="2243"/>
                    <a:pt x="221474" y="116268"/>
                    <a:pt x="210510" y="151353"/>
                  </a:cubicBezTo>
                  <a:cubicBezTo>
                    <a:pt x="199546" y="186438"/>
                    <a:pt x="122797" y="198498"/>
                    <a:pt x="46049" y="210559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73BD2E7-46EA-4C28-B5E4-2B4C8FE7447F}"/>
                </a:ext>
              </a:extLst>
            </p:cNvPr>
            <p:cNvSpPr txBox="1"/>
            <p:nvPr/>
          </p:nvSpPr>
          <p:spPr>
            <a:xfrm>
              <a:off x="5821134" y="1995606"/>
              <a:ext cx="5476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stay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E1B51DB-B4E2-4ADF-8455-708F8016C3CF}"/>
                  </a:ext>
                </a:extLst>
              </p:cNvPr>
              <p:cNvSpPr/>
              <p:nvPr/>
            </p:nvSpPr>
            <p:spPr>
              <a:xfrm>
                <a:off x="11355801" y="3355432"/>
                <a:ext cx="502024" cy="513976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𝑒𝑟𝑟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E1B51DB-B4E2-4ADF-8455-708F8016C3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801" y="3355432"/>
                <a:ext cx="502024" cy="513976"/>
              </a:xfrm>
              <a:prstGeom prst="ellipse">
                <a:avLst/>
              </a:prstGeom>
              <a:blipFill>
                <a:blip r:embed="rId9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B1A1927-EEF8-4DCB-A386-675E203C7FFF}"/>
                  </a:ext>
                </a:extLst>
              </p:cNvPr>
              <p:cNvSpPr txBox="1"/>
              <p:nvPr/>
            </p:nvSpPr>
            <p:spPr>
              <a:xfrm>
                <a:off x="9357198" y="1047881"/>
                <a:ext cx="159691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𝑒𝑥𝑎𝑚𝑝𝑙𝑒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B1A1927-EEF8-4DCB-A386-675E203C7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198" y="1047881"/>
                <a:ext cx="1596910" cy="390748"/>
              </a:xfrm>
              <a:prstGeom prst="rect">
                <a:avLst/>
              </a:prstGeom>
              <a:blipFill>
                <a:blip r:embed="rId10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1A843E5F-1C26-4EE6-A164-4C97F878D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640B8F46-4019-4198-AF1D-2FAC2A1D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24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6B85F71-4E05-4E36-85B7-797FD584B8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following decision question:</a:t>
                </a:r>
              </a:p>
              <a:p>
                <a:pPr lvl="1"/>
                <a:r>
                  <a:rPr lang="en-US" dirty="0"/>
                  <a:t>Given an arbitrary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and an arbitrary LTS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𝑅𝑒𝑎𝑐h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Is this problem decidable? </a:t>
                </a:r>
              </a:p>
              <a:p>
                <a:pPr lvl="1"/>
                <a:r>
                  <a:rPr lang="en-US" dirty="0"/>
                  <a:t>I.e. given an arbitrary LTS, can we always decide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𝑅𝑒𝑎𝑐h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/>
                  <a:t>Are there sufficient conditions on LTS that make it decidable?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6B85F71-4E05-4E36-85B7-797FD584B8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FF47D-0362-C187-CCB6-B90A82504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8AC1C-0C2E-8157-4FDA-049D8E7F6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139A56-967D-6EE4-D457-3C6A4F23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Socratic exercise</a:t>
            </a:r>
          </a:p>
        </p:txBody>
      </p:sp>
    </p:spTree>
    <p:extLst>
      <p:ext uri="{BB962C8B-B14F-4D97-AF65-F5344CB8AC3E}">
        <p14:creationId xmlns:p14="http://schemas.microsoft.com/office/powerpoint/2010/main" val="2360713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81BB09E-1094-4550-8832-418BB068F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223586"/>
                <a:ext cx="11699087" cy="47430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be a set of typed variables (i.e.,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takes values from some finite or infinite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known as its domain or type)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</m:oMath>
                </a14:m>
                <a:r>
                  <a:rPr lang="en-US" dirty="0"/>
                  <a:t> 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×…×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</m:oMath>
                </a14:m>
                <a:r>
                  <a:rPr lang="en-US" dirty="0"/>
                  <a:t>: valuation function for variable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maps each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some value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b="0" dirty="0"/>
                  <a:t>Abuse of notation: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⟦"/>
                        <m:endChr m:val="⟧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</m:oMath>
                </a14:m>
                <a:r>
                  <a:rPr lang="en-US" dirty="0"/>
                  <a:t> denotes the set of all possible Boolean valued predicates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is true for some valuations (i.e. some values in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</m:oMath>
                </a14:m>
                <a:r>
                  <a:rPr lang="en-US" dirty="0"/>
                  <a:t>) and is </a:t>
                </a:r>
                <a:r>
                  <a:rPr lang="en-US" i="1" dirty="0"/>
                  <a:t>false </a:t>
                </a:r>
                <a:r>
                  <a:rPr lang="en-US" dirty="0"/>
                  <a:t>otherwise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81BB09E-1094-4550-8832-418BB068F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223586"/>
                <a:ext cx="11699087" cy="4743038"/>
              </a:xfrm>
              <a:blipFill>
                <a:blip r:embed="rId2"/>
                <a:stretch>
                  <a:fillRect l="-521" t="-2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B4086D6-2655-4EF4-9F38-E623DD161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Modeling Programs using LTSs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309D7-411D-4153-9756-F84AE11A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38AD0-8EC2-404E-A099-54659CE8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967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27A8ADD-3E61-45DC-B6B1-BEE12719C9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𝑓𝑙𝑎𝑔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0" dirty="0"/>
                  <a:t>Type or Domain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𝑓𝑙𝑎𝑔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Type or Domain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for queue2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∅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{0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,{1,1}} 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𝐶𝑜𝑛𝑑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an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expression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satisfying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syntax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below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∷=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𝑖𝑠𝑓𝑢𝑙𝑙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𝑖𝑠𝑒𝑚𝑝𝑡𝑦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∣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𝑓𝑙𝑎𝑔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| ¬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i="1" dirty="0"/>
              </a:p>
              <a:p>
                <a:pPr marL="0" indent="0">
                  <a:buNone/>
                </a:pPr>
                <a:endParaRPr lang="en-US" sz="240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𝑖𝑠𝑒𝑚𝑝𝑡𝑦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𝑞𝑢𝑒𝑢𝑒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2)={∅}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𝑖𝑠𝑓𝑢𝑙𝑙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iff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</m:e>
                    </m:d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𝑓𝑙𝑎𝑔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∧¬(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𝑖𝑠𝑒𝑚𝑝𝑡𝑦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is true 	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𝑓𝑙𝑎𝑔</m:t>
                        </m:r>
                      </m:e>
                    </m:d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𝑖𝑠𝑒𝑚𝑝𝑡𝑦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𝑞𝑢𝑒𝑢𝑒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𝑓𝑎𝑙𝑠𝑒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27A8ADD-3E61-45DC-B6B1-BEE12719C9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662FD96-5073-461D-BB38-784104A92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AC322-1588-4A0A-B87B-882C5BD39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1C292-8678-4C0D-96AB-F28206F4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91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65CFB5A-1C20-43A9-98D7-99D8AD903F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Program graph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r>
                  <a:rPr lang="en-US" dirty="0"/>
                  <a:t> is a tuple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𝐿𝑜𝑐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𝐸𝑓𝑓𝑒𝑐𝑡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𝐿𝑜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𝐿𝑜𝑐</m:t>
                    </m:r>
                  </m:oMath>
                </a14:m>
                <a:r>
                  <a:rPr lang="en-US" dirty="0"/>
                  <a:t>: finite set of locations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</m:oMath>
                </a14:m>
                <a:r>
                  <a:rPr lang="en-US" dirty="0"/>
                  <a:t>: set of actions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𝐸𝑓𝑓𝑒𝑐𝑡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𝐿𝑜𝑐</m:t>
                    </m:r>
                  </m:oMath>
                </a14:m>
                <a:r>
                  <a:rPr lang="en-US" dirty="0"/>
                  <a:t> is the conditional transition relation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the set of initial locations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initial condition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groupCh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 [We omit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if guard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65CFB5A-1C20-43A9-98D7-99D8AD903F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D004E1-60F2-4E6F-A9B9-C170476D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Program graphs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C2EBD-BAEB-4839-9B49-57D7B4E8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51F42-4218-439B-AACA-B23A4C8B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35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1980FF2-BF4A-442F-AB3D-3F77EF2E0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𝐿𝑜𝑐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𝐸𝑓𝑓𝑒𝑐𝑡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𝐿𝑜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over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→,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dirty="0"/>
                  <a:t>, 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⟦"/>
                        <m:endChr m:val="⟧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</m:oMath>
                </a14:m>
                <a:r>
                  <a:rPr lang="en-US" dirty="0"/>
                  <a:t> : </a:t>
                </a:r>
              </a:p>
              <a:p>
                <a:pPr lvl="2"/>
                <a:r>
                  <a:rPr lang="en-US" dirty="0"/>
                  <a:t>State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en-US" dirty="0"/>
                  <a:t> is a program location and the values of all program variables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defined by following rule: </a:t>
                </a:r>
              </a:p>
              <a:p>
                <a:pPr marL="411480" lvl="1" indent="0">
                  <a:buNone/>
                </a:pPr>
                <a:r>
                  <a:rPr lang="en-US" dirty="0"/>
                  <a:t>	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→"/>
                            <m:vertJc m:val="bot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groupCh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lim>
                    </m:limLow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</m:d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→"/>
                            <m:vertJc m:val="bot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groupCh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𝑇𝑆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𝐸𝑓𝑓𝑒𝑐𝑡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program goes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taking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,</m:t>
                    </m:r>
                  </m:oMath>
                </a14:m>
                <a:r>
                  <a:rPr lang="en-US" dirty="0"/>
                  <a:t> then in the LTS, the corresponding transition(s) should model the effect of the transition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ℓ,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𝑣𝑎𝑙</m:t>
                            </m:r>
                          </m:e>
                        </m:d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𝐿𝑜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⟨ℓ,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∪{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Program-LTS states could be labeled by either the location or some predicate on program variables</a:t>
                </a:r>
              </a:p>
              <a:p>
                <a:pPr marL="41148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1980FF2-BF4A-442F-AB3D-3F77EF2E0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857" b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EA851B0-094F-4A4A-ADA6-35476865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LTS semantics of a program graph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C80B9-B9AB-453F-A369-3BDF0D9AA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D4D64-ED29-4FC5-838F-6A2B7739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85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8CE2315-0874-4A6F-9699-34C79317FC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𝐸𝑓𝑓𝑒𝑐𝑡</m:t>
                    </m:r>
                  </m:oMath>
                </a14:m>
                <a:r>
                  <a:rPr lang="en-US" dirty="0"/>
                  <a:t> models the changes in valuation of variables that are caused by an action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𝑒𝑛𝑞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𝑒𝑛𝑞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Consider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ℓ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𝑖𝑠𝑓𝑢𝑙𝑙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2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𝑢𝑒𝑢𝑒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𝑒𝑛𝑞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groupCh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/>
                  <a:t>:</a:t>
                </a:r>
              </a:p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000" dirty="0"/>
                  <a:t>: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𝐸𝑓𝑓𝑒𝑐𝑡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𝑒𝑛𝑞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𝑒𝑛𝑞𝑢𝑒𝑢𝑒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)={0,0}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: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𝐸𝑓𝑓𝑒𝑐𝑡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𝑒𝑛𝑞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𝑒𝑛𝑞𝑢𝑒𝑢𝑒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)={1,0}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Consider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ℓ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𝑖𝑠𝑒𝑚𝑝𝑡𝑦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2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𝑢𝑒𝑢𝑒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𝑑𝑒𝑞</m:t>
                        </m:r>
                      </m:e>
                    </m:groupCh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/>
                  <a:t>:</a:t>
                </a:r>
              </a:p>
              <a:p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800" dirty="0"/>
                  <a:t>: then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𝐸𝑓𝑓𝑒𝑐𝑡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𝑑𝑒𝑞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𝑑𝑒𝑞𝑢𝑒𝑢𝑒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𝑞𝑢𝑒𝑢𝑒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={∅}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𝑞𝑢𝑒𝑢𝑒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800" dirty="0"/>
                  <a:t>: then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𝐸𝑓𝑓𝑒𝑐𝑡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𝑒𝑛𝑞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𝑑𝑒𝑞𝑢𝑒𝑢𝑒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𝑞𝑢𝑒𝑢𝑒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={0}</m:t>
                    </m:r>
                  </m:oMath>
                </a14:m>
                <a:endParaRPr lang="en-US" sz="18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8CE2315-0874-4A6F-9699-34C79317F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082BC02-384F-4065-86D8-703BE139C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Effect and (e)valuation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97D01-8511-4D40-9929-2C25A709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358EC-C630-4CFA-9F50-FC8C53EF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984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9E4F44-F2E3-4FDA-8D88-195FBBCE2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Sequential hardware circuits</a:t>
            </a:r>
          </a:p>
          <a:p>
            <a:pPr lvl="1"/>
            <a:r>
              <a:rPr lang="en-US" dirty="0"/>
              <a:t>Registers get new values every tick (depends on old values, input values, the circuit function)</a:t>
            </a:r>
          </a:p>
          <a:p>
            <a:pPr lvl="1"/>
            <a:r>
              <a:rPr lang="en-US" dirty="0"/>
              <a:t>States = valuations of registers and input variables</a:t>
            </a:r>
          </a:p>
          <a:p>
            <a:pPr lvl="1"/>
            <a:r>
              <a:rPr lang="en-US" dirty="0"/>
              <a:t>Actions = just one action “clock tick” </a:t>
            </a:r>
          </a:p>
          <a:p>
            <a:pPr lvl="1"/>
            <a:r>
              <a:rPr lang="en-US" dirty="0"/>
              <a:t>Transition relation = transitions between circuit states </a:t>
            </a:r>
          </a:p>
          <a:p>
            <a:pPr lvl="1"/>
            <a:r>
              <a:rPr lang="en-US" dirty="0"/>
              <a:t>Labels : truth values of any chosen “named wire” in the circuit (e.g., input, register, output, etc.)</a:t>
            </a:r>
          </a:p>
          <a:p>
            <a:r>
              <a:rPr lang="en-US" dirty="0"/>
              <a:t>Dynamical Systems</a:t>
            </a:r>
          </a:p>
          <a:p>
            <a:pPr lvl="1"/>
            <a:r>
              <a:rPr lang="en-US" dirty="0"/>
              <a:t>States are valuations of state variables of the system (can be continuous or discrete)</a:t>
            </a:r>
          </a:p>
          <a:p>
            <a:pPr lvl="1"/>
            <a:r>
              <a:rPr lang="en-US" dirty="0"/>
              <a:t>Actions can be taken by an external agent/controller</a:t>
            </a:r>
          </a:p>
          <a:p>
            <a:pPr lvl="1"/>
            <a:r>
              <a:rPr lang="en-US" dirty="0"/>
              <a:t>Transitions defined by the system dynamics (can be continuous or discrete) </a:t>
            </a:r>
          </a:p>
          <a:p>
            <a:pPr lvl="1"/>
            <a:r>
              <a:rPr lang="en-US" dirty="0"/>
              <a:t>Propositions defined by predicates on state variables, Labels = truth values of propositions for each state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A41C7-C8E6-437F-8055-F6424BB0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LTS can model almost any computation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0CB56-D368-44BE-9C04-75E0ABE3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60BCB-3A7E-4575-AC13-629EE0F1D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940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E9459D-2A55-AD51-154B-BDFD7B992F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598612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=4;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E9459D-2A55-AD51-154B-BDFD7B992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598612"/>
              </a:xfrm>
              <a:blipFill>
                <a:blip r:embed="rId2"/>
                <a:stretch>
                  <a:fillRect t="-10204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096D4-B071-E5DD-8CCF-3ED2FF86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B8B08-8050-8428-160B-B94ECFBB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112864-37F3-9A60-EB12-9949EB04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LTS model of an ODE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298C7C-7B6D-9304-F9ED-1447CC6487BF}"/>
              </a:ext>
            </a:extLst>
          </p:cNvPr>
          <p:cNvCxnSpPr>
            <a:cxnSpLocks/>
          </p:cNvCxnSpPr>
          <p:nvPr/>
        </p:nvCxnSpPr>
        <p:spPr>
          <a:xfrm flipV="1">
            <a:off x="4589929" y="1801906"/>
            <a:ext cx="0" cy="2667457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BD250B-8CAF-04A3-5DC7-3A053907EF02}"/>
              </a:ext>
            </a:extLst>
          </p:cNvPr>
          <p:cNvCxnSpPr>
            <a:cxnSpLocks/>
          </p:cNvCxnSpPr>
          <p:nvPr/>
        </p:nvCxnSpPr>
        <p:spPr>
          <a:xfrm>
            <a:off x="4586754" y="4307568"/>
            <a:ext cx="2865230" cy="0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F096F3-B176-C964-FC98-35FD7E7EFFBC}"/>
              </a:ext>
            </a:extLst>
          </p:cNvPr>
          <p:cNvCxnSpPr>
            <a:cxnSpLocks/>
          </p:cNvCxnSpPr>
          <p:nvPr/>
        </p:nvCxnSpPr>
        <p:spPr>
          <a:xfrm>
            <a:off x="4881159" y="1922106"/>
            <a:ext cx="0" cy="2388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F75533-EE5C-5FE0-24AC-7FD132BBE139}"/>
              </a:ext>
            </a:extLst>
          </p:cNvPr>
          <p:cNvCxnSpPr>
            <a:cxnSpLocks/>
          </p:cNvCxnSpPr>
          <p:nvPr/>
        </p:nvCxnSpPr>
        <p:spPr>
          <a:xfrm>
            <a:off x="5172389" y="1922106"/>
            <a:ext cx="0" cy="2388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691729-7C7F-7C8B-F130-4D5729571EC0}"/>
              </a:ext>
            </a:extLst>
          </p:cNvPr>
          <p:cNvCxnSpPr>
            <a:cxnSpLocks/>
          </p:cNvCxnSpPr>
          <p:nvPr/>
        </p:nvCxnSpPr>
        <p:spPr>
          <a:xfrm>
            <a:off x="5463619" y="1922106"/>
            <a:ext cx="0" cy="2388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348648-69DD-ED5A-40A0-76363A57F80C}"/>
              </a:ext>
            </a:extLst>
          </p:cNvPr>
          <p:cNvCxnSpPr>
            <a:cxnSpLocks/>
          </p:cNvCxnSpPr>
          <p:nvPr/>
        </p:nvCxnSpPr>
        <p:spPr>
          <a:xfrm>
            <a:off x="5754849" y="1922106"/>
            <a:ext cx="0" cy="2388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8B768F-F03C-AEBF-1393-3C82CB9A6BE8}"/>
              </a:ext>
            </a:extLst>
          </p:cNvPr>
          <p:cNvCxnSpPr>
            <a:cxnSpLocks/>
          </p:cNvCxnSpPr>
          <p:nvPr/>
        </p:nvCxnSpPr>
        <p:spPr>
          <a:xfrm>
            <a:off x="6046079" y="1922106"/>
            <a:ext cx="0" cy="2388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06432A-23AD-B323-CDBA-102612A8AEFB}"/>
              </a:ext>
            </a:extLst>
          </p:cNvPr>
          <p:cNvCxnSpPr>
            <a:cxnSpLocks/>
          </p:cNvCxnSpPr>
          <p:nvPr/>
        </p:nvCxnSpPr>
        <p:spPr>
          <a:xfrm>
            <a:off x="6337309" y="1922106"/>
            <a:ext cx="0" cy="2388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F7B9FD-4402-F00B-2781-DB714B7624C6}"/>
              </a:ext>
            </a:extLst>
          </p:cNvPr>
          <p:cNvCxnSpPr>
            <a:cxnSpLocks/>
          </p:cNvCxnSpPr>
          <p:nvPr/>
        </p:nvCxnSpPr>
        <p:spPr>
          <a:xfrm>
            <a:off x="6628539" y="1922106"/>
            <a:ext cx="0" cy="2388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CA1700B-C86C-FEE3-2C7D-70B01C64A9FD}"/>
              </a:ext>
            </a:extLst>
          </p:cNvPr>
          <p:cNvCxnSpPr>
            <a:cxnSpLocks/>
          </p:cNvCxnSpPr>
          <p:nvPr/>
        </p:nvCxnSpPr>
        <p:spPr>
          <a:xfrm>
            <a:off x="7211000" y="1922106"/>
            <a:ext cx="0" cy="2388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DCB5CA-CE36-0B1C-0E4D-29364D24C79C}"/>
              </a:ext>
            </a:extLst>
          </p:cNvPr>
          <p:cNvCxnSpPr>
            <a:cxnSpLocks/>
          </p:cNvCxnSpPr>
          <p:nvPr/>
        </p:nvCxnSpPr>
        <p:spPr>
          <a:xfrm>
            <a:off x="6919769" y="1922106"/>
            <a:ext cx="0" cy="2388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2FE53A5-CDAF-57DF-7C6B-17A71553FEAF}"/>
              </a:ext>
            </a:extLst>
          </p:cNvPr>
          <p:cNvGrpSpPr/>
          <p:nvPr/>
        </p:nvGrpSpPr>
        <p:grpSpPr>
          <a:xfrm>
            <a:off x="4576243" y="2049843"/>
            <a:ext cx="2734599" cy="2012964"/>
            <a:chOff x="4589927" y="2082626"/>
            <a:chExt cx="2388638" cy="1922659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184F816-D4C4-D123-1E3D-1DC842D794B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84247" y="888307"/>
              <a:ext cx="0" cy="23886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EE4E36D-706E-3E9D-0D39-87AFA719360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84247" y="1128639"/>
              <a:ext cx="0" cy="23886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CBEB9C8-CA7D-F726-BF1C-A8F6F230226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84247" y="1368971"/>
              <a:ext cx="0" cy="23886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64B5F91-F536-363C-EF8B-27BE39BBFBB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84247" y="1609303"/>
              <a:ext cx="0" cy="23886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DB116DA-346D-6CE7-A680-4FF15E1F0C9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84247" y="1849635"/>
              <a:ext cx="0" cy="23886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C3D713E-DEDF-606D-C9C6-5634EE4E065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84247" y="2089967"/>
              <a:ext cx="0" cy="23886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9C78B1C-9BB9-C8BB-6E80-7FFF6713DCA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84247" y="2330299"/>
              <a:ext cx="0" cy="23886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1AB9E5B-9D6C-F90E-49E3-A1F6309B1A6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84247" y="2570631"/>
              <a:ext cx="0" cy="23886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40B6176-490B-2896-B5F0-0D3A59D17BC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84246" y="2810966"/>
              <a:ext cx="0" cy="23886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892BBA8B-1F1B-FF0E-9606-07E6E9BB546D}"/>
              </a:ext>
            </a:extLst>
          </p:cNvPr>
          <p:cNvSpPr/>
          <p:nvPr/>
        </p:nvSpPr>
        <p:spPr>
          <a:xfrm>
            <a:off x="4541034" y="425880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B68039A-82E6-6B85-3C1D-0893B883B3F9}"/>
                  </a:ext>
                </a:extLst>
              </p:cNvPr>
              <p:cNvSpPr txBox="1"/>
              <p:nvPr/>
            </p:nvSpPr>
            <p:spPr>
              <a:xfrm>
                <a:off x="3835666" y="4100031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B68039A-82E6-6B85-3C1D-0893B883B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666" y="4100031"/>
                <a:ext cx="734496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0FE37D3-E146-317A-5A18-D4852761DC85}"/>
                  </a:ext>
                </a:extLst>
              </p:cNvPr>
              <p:cNvSpPr txBox="1"/>
              <p:nvPr/>
            </p:nvSpPr>
            <p:spPr>
              <a:xfrm>
                <a:off x="7386374" y="4265945"/>
                <a:ext cx="394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0FE37D3-E146-317A-5A18-D4852761D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6374" y="4265945"/>
                <a:ext cx="3942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848353D-92E4-6569-9A67-4938E03991E7}"/>
              </a:ext>
            </a:extLst>
          </p:cNvPr>
          <p:cNvCxnSpPr>
            <a:cxnSpLocks/>
          </p:cNvCxnSpPr>
          <p:nvPr/>
        </p:nvCxnSpPr>
        <p:spPr>
          <a:xfrm flipV="1">
            <a:off x="4589929" y="2536680"/>
            <a:ext cx="2734597" cy="1768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CB9B3B12-553D-5B52-C7F3-3B3F09073B5F}"/>
              </a:ext>
            </a:extLst>
          </p:cNvPr>
          <p:cNvSpPr/>
          <p:nvPr/>
        </p:nvSpPr>
        <p:spPr>
          <a:xfrm>
            <a:off x="5709129" y="3526253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4F40DFC-A2C2-54E9-85B1-B7275667AFE8}"/>
              </a:ext>
            </a:extLst>
          </p:cNvPr>
          <p:cNvSpPr/>
          <p:nvPr/>
        </p:nvSpPr>
        <p:spPr>
          <a:xfrm>
            <a:off x="6874049" y="2755668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BA938BC-3DF8-F1AA-3F19-742E50646A1D}"/>
              </a:ext>
            </a:extLst>
          </p:cNvPr>
          <p:cNvSpPr/>
          <p:nvPr/>
        </p:nvSpPr>
        <p:spPr>
          <a:xfrm>
            <a:off x="6291589" y="3146018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6ED7115-1D35-F108-F727-61491C9960F9}"/>
              </a:ext>
            </a:extLst>
          </p:cNvPr>
          <p:cNvSpPr/>
          <p:nvPr/>
        </p:nvSpPr>
        <p:spPr>
          <a:xfrm>
            <a:off x="5146104" y="3883598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4EBE1A8-A11B-4B92-8EE0-B0520F03A1CC}"/>
                  </a:ext>
                </a:extLst>
              </p:cNvPr>
              <p:cNvSpPr txBox="1"/>
              <p:nvPr/>
            </p:nvSpPr>
            <p:spPr>
              <a:xfrm>
                <a:off x="5286163" y="3964518"/>
                <a:ext cx="7441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(2,1.5)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4EBE1A8-A11B-4B92-8EE0-B0520F03A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163" y="3964518"/>
                <a:ext cx="744114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0ECBB3B-4AE9-9136-1302-EC663420647B}"/>
                  </a:ext>
                </a:extLst>
              </p:cNvPr>
              <p:cNvSpPr txBox="1"/>
              <p:nvPr/>
            </p:nvSpPr>
            <p:spPr>
              <a:xfrm>
                <a:off x="5862366" y="3613369"/>
                <a:ext cx="6078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(4,3)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0ECBB3B-4AE9-9136-1302-EC6634206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366" y="3613369"/>
                <a:ext cx="607859" cy="307777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D90F4C7-07FE-9057-D1ED-17E3CB9016D5}"/>
                  </a:ext>
                </a:extLst>
              </p:cNvPr>
              <p:cNvSpPr txBox="1"/>
              <p:nvPr/>
            </p:nvSpPr>
            <p:spPr>
              <a:xfrm>
                <a:off x="6480385" y="3144548"/>
                <a:ext cx="7441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(6,4.5)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D90F4C7-07FE-9057-D1ED-17E3CB901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385" y="3144548"/>
                <a:ext cx="744114" cy="307777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3362B68-A703-4A13-A40F-FBCDA220CB90}"/>
                  </a:ext>
                </a:extLst>
              </p:cNvPr>
              <p:cNvSpPr txBox="1"/>
              <p:nvPr/>
            </p:nvSpPr>
            <p:spPr>
              <a:xfrm>
                <a:off x="6266189" y="2479015"/>
                <a:ext cx="6078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(8,6)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3362B68-A703-4A13-A40F-FBCDA220C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189" y="2479015"/>
                <a:ext cx="607859" cy="307777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>
            <a:extLst>
              <a:ext uri="{FF2B5EF4-FFF2-40B4-BE49-F238E27FC236}">
                <a16:creationId xmlns:a16="http://schemas.microsoft.com/office/drawing/2014/main" id="{CA22E637-2F4A-306A-789A-A48B3B27E73F}"/>
              </a:ext>
            </a:extLst>
          </p:cNvPr>
          <p:cNvSpPr/>
          <p:nvPr/>
        </p:nvSpPr>
        <p:spPr>
          <a:xfrm>
            <a:off x="8986233" y="397491"/>
            <a:ext cx="895350" cy="4000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(0,0)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7B93BDB-F173-5381-E131-D5DD30EC335A}"/>
              </a:ext>
            </a:extLst>
          </p:cNvPr>
          <p:cNvSpPr/>
          <p:nvPr/>
        </p:nvSpPr>
        <p:spPr>
          <a:xfrm>
            <a:off x="8958515" y="1492321"/>
            <a:ext cx="976584" cy="4000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(2,1.5)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10BAF26-6ECA-DC70-B4BE-17BEFC43BA9A}"/>
              </a:ext>
            </a:extLst>
          </p:cNvPr>
          <p:cNvSpPr/>
          <p:nvPr/>
        </p:nvSpPr>
        <p:spPr>
          <a:xfrm>
            <a:off x="8944638" y="2613924"/>
            <a:ext cx="1030135" cy="4000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(4,3)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6EEC702-DC82-A9EA-4A94-3612BD75197C}"/>
              </a:ext>
            </a:extLst>
          </p:cNvPr>
          <p:cNvSpPr/>
          <p:nvPr/>
        </p:nvSpPr>
        <p:spPr>
          <a:xfrm>
            <a:off x="8999641" y="4806262"/>
            <a:ext cx="1030135" cy="4000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(8,6)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AB79061-6F1B-5BCD-CADC-13D744B5E028}"/>
              </a:ext>
            </a:extLst>
          </p:cNvPr>
          <p:cNvSpPr/>
          <p:nvPr/>
        </p:nvSpPr>
        <p:spPr>
          <a:xfrm>
            <a:off x="8980067" y="3725278"/>
            <a:ext cx="1030135" cy="4000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(6,4.5)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65028AF-546F-C4F7-6AD5-BE4E5BB7B970}"/>
              </a:ext>
            </a:extLst>
          </p:cNvPr>
          <p:cNvCxnSpPr>
            <a:cxnSpLocks/>
            <a:stCxn id="73" idx="0"/>
            <a:endCxn id="72" idx="4"/>
          </p:cNvCxnSpPr>
          <p:nvPr/>
        </p:nvCxnSpPr>
        <p:spPr>
          <a:xfrm flipH="1" flipV="1">
            <a:off x="9433908" y="797542"/>
            <a:ext cx="12899" cy="694779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7371011-3503-EA65-00D3-86B1DF8C365C}"/>
              </a:ext>
            </a:extLst>
          </p:cNvPr>
          <p:cNvCxnSpPr>
            <a:cxnSpLocks/>
          </p:cNvCxnSpPr>
          <p:nvPr/>
        </p:nvCxnSpPr>
        <p:spPr>
          <a:xfrm flipH="1" flipV="1">
            <a:off x="9446807" y="1922106"/>
            <a:ext cx="12899" cy="694779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E64E404-9C35-BAFA-2110-1B9508427E77}"/>
              </a:ext>
            </a:extLst>
          </p:cNvPr>
          <p:cNvCxnSpPr>
            <a:cxnSpLocks/>
          </p:cNvCxnSpPr>
          <p:nvPr/>
        </p:nvCxnSpPr>
        <p:spPr>
          <a:xfrm flipH="1" flipV="1">
            <a:off x="9453256" y="3004745"/>
            <a:ext cx="12899" cy="694779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A7EB800-8C77-A6BE-69FD-51FFF98261AA}"/>
              </a:ext>
            </a:extLst>
          </p:cNvPr>
          <p:cNvCxnSpPr>
            <a:cxnSpLocks/>
          </p:cNvCxnSpPr>
          <p:nvPr/>
        </p:nvCxnSpPr>
        <p:spPr>
          <a:xfrm flipH="1" flipV="1">
            <a:off x="9482235" y="4118406"/>
            <a:ext cx="12899" cy="694779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F6824A14-3353-8DEA-27BC-6A7A895A5C72}"/>
              </a:ext>
            </a:extLst>
          </p:cNvPr>
          <p:cNvSpPr/>
          <p:nvPr/>
        </p:nvSpPr>
        <p:spPr>
          <a:xfrm>
            <a:off x="9696450" y="752475"/>
            <a:ext cx="325942" cy="1933575"/>
          </a:xfrm>
          <a:custGeom>
            <a:avLst/>
            <a:gdLst>
              <a:gd name="connsiteX0" fmla="*/ 0 w 325942"/>
              <a:gd name="connsiteY0" fmla="*/ 0 h 1933575"/>
              <a:gd name="connsiteX1" fmla="*/ 323850 w 325942"/>
              <a:gd name="connsiteY1" fmla="*/ 819150 h 1933575"/>
              <a:gd name="connsiteX2" fmla="*/ 114300 w 325942"/>
              <a:gd name="connsiteY2" fmla="*/ 1933575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42" h="1933575">
                <a:moveTo>
                  <a:pt x="0" y="0"/>
                </a:moveTo>
                <a:cubicBezTo>
                  <a:pt x="152400" y="248444"/>
                  <a:pt x="304800" y="496888"/>
                  <a:pt x="323850" y="819150"/>
                </a:cubicBezTo>
                <a:cubicBezTo>
                  <a:pt x="342900" y="1141412"/>
                  <a:pt x="228600" y="1537493"/>
                  <a:pt x="114300" y="1933575"/>
                </a:cubicBezTo>
              </a:path>
            </a:pathLst>
          </a:cu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848BDD73-8AA2-B655-4C32-2619F1FB6800}"/>
              </a:ext>
            </a:extLst>
          </p:cNvPr>
          <p:cNvSpPr/>
          <p:nvPr/>
        </p:nvSpPr>
        <p:spPr>
          <a:xfrm>
            <a:off x="9881829" y="2954358"/>
            <a:ext cx="311156" cy="1933575"/>
          </a:xfrm>
          <a:custGeom>
            <a:avLst/>
            <a:gdLst>
              <a:gd name="connsiteX0" fmla="*/ 0 w 325942"/>
              <a:gd name="connsiteY0" fmla="*/ 0 h 1933575"/>
              <a:gd name="connsiteX1" fmla="*/ 323850 w 325942"/>
              <a:gd name="connsiteY1" fmla="*/ 819150 h 1933575"/>
              <a:gd name="connsiteX2" fmla="*/ 114300 w 325942"/>
              <a:gd name="connsiteY2" fmla="*/ 1933575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42" h="1933575">
                <a:moveTo>
                  <a:pt x="0" y="0"/>
                </a:moveTo>
                <a:cubicBezTo>
                  <a:pt x="152400" y="248444"/>
                  <a:pt x="304800" y="496888"/>
                  <a:pt x="323850" y="819150"/>
                </a:cubicBezTo>
                <a:cubicBezTo>
                  <a:pt x="342900" y="1141412"/>
                  <a:pt x="228600" y="1537493"/>
                  <a:pt x="114300" y="1933575"/>
                </a:cubicBezTo>
              </a:path>
            </a:pathLst>
          </a:cu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97906171-20D1-0A27-2239-16A620150767}"/>
              </a:ext>
            </a:extLst>
          </p:cNvPr>
          <p:cNvSpPr/>
          <p:nvPr/>
        </p:nvSpPr>
        <p:spPr>
          <a:xfrm>
            <a:off x="9824402" y="658916"/>
            <a:ext cx="612865" cy="3224682"/>
          </a:xfrm>
          <a:custGeom>
            <a:avLst/>
            <a:gdLst>
              <a:gd name="connsiteX0" fmla="*/ 0 w 325942"/>
              <a:gd name="connsiteY0" fmla="*/ 0 h 1933575"/>
              <a:gd name="connsiteX1" fmla="*/ 323850 w 325942"/>
              <a:gd name="connsiteY1" fmla="*/ 819150 h 1933575"/>
              <a:gd name="connsiteX2" fmla="*/ 114300 w 325942"/>
              <a:gd name="connsiteY2" fmla="*/ 1933575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42" h="1933575">
                <a:moveTo>
                  <a:pt x="0" y="0"/>
                </a:moveTo>
                <a:cubicBezTo>
                  <a:pt x="152400" y="248444"/>
                  <a:pt x="304800" y="496888"/>
                  <a:pt x="323850" y="819150"/>
                </a:cubicBezTo>
                <a:cubicBezTo>
                  <a:pt x="342900" y="1141412"/>
                  <a:pt x="228600" y="1537493"/>
                  <a:pt x="114300" y="1933575"/>
                </a:cubicBezTo>
              </a:path>
            </a:pathLst>
          </a:cu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4E57067B-8709-53D6-C1DF-D740EA2BE319}"/>
              </a:ext>
            </a:extLst>
          </p:cNvPr>
          <p:cNvSpPr/>
          <p:nvPr/>
        </p:nvSpPr>
        <p:spPr>
          <a:xfrm>
            <a:off x="9824212" y="609601"/>
            <a:ext cx="1042902" cy="4363419"/>
          </a:xfrm>
          <a:custGeom>
            <a:avLst/>
            <a:gdLst>
              <a:gd name="connsiteX0" fmla="*/ 0 w 325942"/>
              <a:gd name="connsiteY0" fmla="*/ 0 h 1933575"/>
              <a:gd name="connsiteX1" fmla="*/ 323850 w 325942"/>
              <a:gd name="connsiteY1" fmla="*/ 819150 h 1933575"/>
              <a:gd name="connsiteX2" fmla="*/ 114300 w 325942"/>
              <a:gd name="connsiteY2" fmla="*/ 1933575 h 1933575"/>
              <a:gd name="connsiteX0" fmla="*/ 0 w 944555"/>
              <a:gd name="connsiteY0" fmla="*/ 0 h 2284931"/>
              <a:gd name="connsiteX1" fmla="*/ 942463 w 944555"/>
              <a:gd name="connsiteY1" fmla="*/ 1170506 h 2284931"/>
              <a:gd name="connsiteX2" fmla="*/ 732913 w 944555"/>
              <a:gd name="connsiteY2" fmla="*/ 2284931 h 2284931"/>
              <a:gd name="connsiteX0" fmla="*/ 0 w 942871"/>
              <a:gd name="connsiteY0" fmla="*/ 0 h 5029900"/>
              <a:gd name="connsiteX1" fmla="*/ 942463 w 942871"/>
              <a:gd name="connsiteY1" fmla="*/ 1170506 h 5029900"/>
              <a:gd name="connsiteX2" fmla="*/ 194121 w 942871"/>
              <a:gd name="connsiteY2" fmla="*/ 5029900 h 5029900"/>
              <a:gd name="connsiteX0" fmla="*/ 0 w 1092461"/>
              <a:gd name="connsiteY0" fmla="*/ 0 h 5029900"/>
              <a:gd name="connsiteX1" fmla="*/ 1092128 w 1092461"/>
              <a:gd name="connsiteY1" fmla="*/ 2202615 h 5029900"/>
              <a:gd name="connsiteX2" fmla="*/ 194121 w 1092461"/>
              <a:gd name="connsiteY2" fmla="*/ 5029900 h 502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2461" h="5029900">
                <a:moveTo>
                  <a:pt x="0" y="0"/>
                </a:moveTo>
                <a:cubicBezTo>
                  <a:pt x="152400" y="248444"/>
                  <a:pt x="1073078" y="1880353"/>
                  <a:pt x="1092128" y="2202615"/>
                </a:cubicBezTo>
                <a:cubicBezTo>
                  <a:pt x="1111178" y="2524877"/>
                  <a:pt x="308421" y="4633818"/>
                  <a:pt x="194121" y="5029900"/>
                </a:cubicBezTo>
              </a:path>
            </a:pathLst>
          </a:cu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09889736-0126-1413-7588-77AE823BCC98}"/>
              </a:ext>
            </a:extLst>
          </p:cNvPr>
          <p:cNvSpPr/>
          <p:nvPr/>
        </p:nvSpPr>
        <p:spPr>
          <a:xfrm flipH="1">
            <a:off x="8659788" y="1870904"/>
            <a:ext cx="325942" cy="1933575"/>
          </a:xfrm>
          <a:custGeom>
            <a:avLst/>
            <a:gdLst>
              <a:gd name="connsiteX0" fmla="*/ 0 w 325942"/>
              <a:gd name="connsiteY0" fmla="*/ 0 h 1933575"/>
              <a:gd name="connsiteX1" fmla="*/ 323850 w 325942"/>
              <a:gd name="connsiteY1" fmla="*/ 819150 h 1933575"/>
              <a:gd name="connsiteX2" fmla="*/ 114300 w 325942"/>
              <a:gd name="connsiteY2" fmla="*/ 1933575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42" h="1933575">
                <a:moveTo>
                  <a:pt x="0" y="0"/>
                </a:moveTo>
                <a:cubicBezTo>
                  <a:pt x="152400" y="248444"/>
                  <a:pt x="304800" y="496888"/>
                  <a:pt x="323850" y="819150"/>
                </a:cubicBezTo>
                <a:cubicBezTo>
                  <a:pt x="342900" y="1141412"/>
                  <a:pt x="228600" y="1537493"/>
                  <a:pt x="114300" y="1933575"/>
                </a:cubicBezTo>
              </a:path>
            </a:pathLst>
          </a:cu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0158F237-FF86-EF5C-9CE2-C42B67952B1A}"/>
              </a:ext>
            </a:extLst>
          </p:cNvPr>
          <p:cNvSpPr/>
          <p:nvPr/>
        </p:nvSpPr>
        <p:spPr>
          <a:xfrm>
            <a:off x="8133781" y="2073397"/>
            <a:ext cx="1140501" cy="4000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(3,2.25)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C9D54E9-5F38-C102-FC3D-51CAF5E07939}"/>
              </a:ext>
            </a:extLst>
          </p:cNvPr>
          <p:cNvSpPr/>
          <p:nvPr/>
        </p:nvSpPr>
        <p:spPr>
          <a:xfrm>
            <a:off x="7998281" y="3052274"/>
            <a:ext cx="1198082" cy="4000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(5.5,4.125)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1EF84BC-3775-1892-A0FB-B154D2C56AA7}"/>
                  </a:ext>
                </a:extLst>
              </p:cNvPr>
              <p:cNvSpPr txBox="1"/>
              <p:nvPr/>
            </p:nvSpPr>
            <p:spPr>
              <a:xfrm>
                <a:off x="598864" y="2528995"/>
                <a:ext cx="3509853" cy="1172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</m:d>
                            </m:e>
                          </m:d>
                        </m: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1EF84BC-3775-1892-A0FB-B154D2C56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864" y="2528995"/>
                <a:ext cx="3509853" cy="11723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630B9E47-E8D5-B07F-9A9D-908DEB14284B}"/>
              </a:ext>
            </a:extLst>
          </p:cNvPr>
          <p:cNvSpPr txBox="1"/>
          <p:nvPr/>
        </p:nvSpPr>
        <p:spPr>
          <a:xfrm>
            <a:off x="304800" y="4828999"/>
            <a:ext cx="4999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What is the set of reachable states of this LTS?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8C1A97F-262E-99FD-08B0-527F13149BA4}"/>
                  </a:ext>
                </a:extLst>
              </p14:cNvPr>
              <p14:cNvContentPartPr/>
              <p14:nvPr/>
            </p14:nvContentPartPr>
            <p14:xfrm>
              <a:off x="4425840" y="139716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8C1A97F-262E-99FD-08B0-527F13149BA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16480" y="13878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615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9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E840FD4-E4B0-4C1A-A9E8-B544BD885E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Given transition systems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we use the (commutative and associate) operator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 dirty="0"/>
                  <a:t> to denote parallel composition of the transition systems: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∥…∥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When do we use parallel composition?</a:t>
                </a:r>
              </a:p>
              <a:p>
                <a:pPr lvl="1"/>
                <a:r>
                  <a:rPr lang="en-US" dirty="0"/>
                  <a:t>When we have two or more components, each modeled by an LTS</a:t>
                </a:r>
              </a:p>
              <a:p>
                <a:pPr lvl="1"/>
                <a:r>
                  <a:rPr lang="en-US" dirty="0"/>
                  <a:t>When the two LTSs evolve synchronously (in lock-step), i.e. the time at which each LTS takes an action is the same</a:t>
                </a:r>
              </a:p>
              <a:p>
                <a:pPr lvl="1"/>
                <a:r>
                  <a:rPr lang="en-US" dirty="0"/>
                  <a:t>E.g. two real-world phenomena evolve simultaneously in lock-step to the universal flow of time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E840FD4-E4B0-4C1A-A9E8-B544BD885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01C0D05-E70E-47A0-A05F-28CC7FD50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Concurrent Evolution/Parallelism and Communication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02095-C43E-45F6-8F88-84ED1EF8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ABD6F-27B7-444A-B5BF-37A89BA0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900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6BC0E4-8EE4-40E0-804C-E226EDDAB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Components evolve in lock-step</a:t>
                </a:r>
              </a:p>
              <a:p>
                <a:r>
                  <a:rPr lang="en-US" dirty="0"/>
                  <a:t>For example, hardware circuits</a:t>
                </a:r>
              </a:p>
              <a:p>
                <a:r>
                  <a:rPr lang="en-US" dirty="0"/>
                  <a:t>Synchronous composition of two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𝐿𝑇𝑆</m:t>
                    </m:r>
                  </m:oMath>
                </a14:m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For each pair of actions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 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be the name of the action mimicking simultaneous execution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→,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groupCh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groupCh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⟨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6BC0E4-8EE4-40E0-804C-E226EDDAB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19D0408-B93E-4CF9-AE68-0A0C9AD4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Synchronous composition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9538F-0C10-4B14-93A1-1103B09B3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309E3-1672-4CD4-B266-F01E62C64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2CAA19-6807-A6FC-BBA6-84D47855A997}"/>
                  </a:ext>
                </a:extLst>
              </p14:cNvPr>
              <p14:cNvContentPartPr/>
              <p14:nvPr/>
            </p14:nvContentPartPr>
            <p14:xfrm>
              <a:off x="6534000" y="3860640"/>
              <a:ext cx="165600" cy="165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2CAA19-6807-A6FC-BBA6-84D47855A9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24640" y="3851280"/>
                <a:ext cx="184320" cy="18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74379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F5FF23-4428-4130-B510-53DCBB99A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988141"/>
            <a:ext cx="11699087" cy="1856789"/>
          </a:xfrm>
        </p:spPr>
        <p:txBody>
          <a:bodyPr>
            <a:normAutofit fontScale="92500"/>
          </a:bodyPr>
          <a:lstStyle/>
          <a:p>
            <a:r>
              <a:rPr lang="en-US" dirty="0"/>
              <a:t>Programs may not use a common global clock: Synchronizing time quite involved!</a:t>
            </a:r>
          </a:p>
          <a:p>
            <a:r>
              <a:rPr lang="en-US" dirty="0"/>
              <a:t>Programs communicate through messages (e.g. distributed/cloud-based systems)</a:t>
            </a:r>
          </a:p>
          <a:p>
            <a:r>
              <a:rPr lang="en-US" dirty="0"/>
              <a:t>We cannot assume an order in which actions of different LTSs execute</a:t>
            </a:r>
          </a:p>
          <a:p>
            <a:r>
              <a:rPr lang="en-US" dirty="0"/>
              <a:t>Most inclusive model: interleaved order (all permutations in which actions execute)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87963B-028F-4C27-B6A2-8ADDCDB9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When LTSs evolve asynchronously (no shared notion of time)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4880C61-B970-45D1-B562-BCD7E401B524}"/>
                  </a:ext>
                </a:extLst>
              </p:cNvPr>
              <p:cNvSpPr/>
              <p:nvPr/>
            </p:nvSpPr>
            <p:spPr>
              <a:xfrm>
                <a:off x="1392804" y="4841164"/>
                <a:ext cx="874928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𝑔𝑟𝑒𝑒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4880C61-B970-45D1-B562-BCD7E401B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804" y="4841164"/>
                <a:ext cx="874928" cy="69018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38B7D5B-0F16-485B-897E-04AEFC894BB5}"/>
                  </a:ext>
                </a:extLst>
              </p:cNvPr>
              <p:cNvSpPr/>
              <p:nvPr/>
            </p:nvSpPr>
            <p:spPr>
              <a:xfrm>
                <a:off x="1392804" y="3735993"/>
                <a:ext cx="874928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𝑟𝑒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38B7D5B-0F16-485B-897E-04AEFC894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804" y="3735993"/>
                <a:ext cx="874928" cy="69018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C63165-FD94-446F-BD7D-04135E9969F3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1520934" y="4325103"/>
            <a:ext cx="0" cy="617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F1E1E8-208A-4646-8B79-634927A16C03}"/>
              </a:ext>
            </a:extLst>
          </p:cNvPr>
          <p:cNvCxnSpPr>
            <a:cxnSpLocks/>
            <a:stCxn id="6" idx="7"/>
            <a:endCxn id="7" idx="5"/>
          </p:cNvCxnSpPr>
          <p:nvPr/>
        </p:nvCxnSpPr>
        <p:spPr>
          <a:xfrm flipV="1">
            <a:off x="2139602" y="4325103"/>
            <a:ext cx="0" cy="617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A5D39D-EB5F-46BD-86F5-9F40D2C4307D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392804" y="3652389"/>
            <a:ext cx="128130" cy="184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B7E70C-F13A-4459-BDC1-F62D37AF66ED}"/>
                  </a:ext>
                </a:extLst>
              </p:cNvPr>
              <p:cNvSpPr txBox="1"/>
              <p:nvPr/>
            </p:nvSpPr>
            <p:spPr>
              <a:xfrm>
                <a:off x="838201" y="4458646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B7E70C-F13A-4459-BDC1-F62D37AF6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4458646"/>
                <a:ext cx="61866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983E8D-CAFA-4CF9-8FCE-7FDF5E6082C6}"/>
                  </a:ext>
                </a:extLst>
              </p:cNvPr>
              <p:cNvSpPr txBox="1"/>
              <p:nvPr/>
            </p:nvSpPr>
            <p:spPr>
              <a:xfrm>
                <a:off x="2116579" y="4458647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983E8D-CAFA-4CF9-8FCE-7FDF5E608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79" y="4458647"/>
                <a:ext cx="61866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B3446B2-4CEA-4BE3-86A0-ECED0ACC1403}"/>
                  </a:ext>
                </a:extLst>
              </p:cNvPr>
              <p:cNvSpPr/>
              <p:nvPr/>
            </p:nvSpPr>
            <p:spPr>
              <a:xfrm>
                <a:off x="3670033" y="4841164"/>
                <a:ext cx="874928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𝑔𝑟𝑒𝑒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B3446B2-4CEA-4BE3-86A0-ECED0ACC14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033" y="4841164"/>
                <a:ext cx="874928" cy="69018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3784606-8D9E-459E-97C3-2ACCFA1BB20D}"/>
                  </a:ext>
                </a:extLst>
              </p:cNvPr>
              <p:cNvSpPr/>
              <p:nvPr/>
            </p:nvSpPr>
            <p:spPr>
              <a:xfrm>
                <a:off x="3670033" y="3735993"/>
                <a:ext cx="874928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𝑟𝑒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3784606-8D9E-459E-97C3-2ACCFA1BB2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033" y="3735993"/>
                <a:ext cx="874928" cy="69018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E94F5D-104A-4902-BE70-C78E540D86FC}"/>
              </a:ext>
            </a:extLst>
          </p:cNvPr>
          <p:cNvCxnSpPr>
            <a:stCxn id="22" idx="3"/>
            <a:endCxn id="21" idx="1"/>
          </p:cNvCxnSpPr>
          <p:nvPr/>
        </p:nvCxnSpPr>
        <p:spPr>
          <a:xfrm>
            <a:off x="3798163" y="4325103"/>
            <a:ext cx="0" cy="617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14EB7-DB17-4DA6-B084-3E7387879430}"/>
              </a:ext>
            </a:extLst>
          </p:cNvPr>
          <p:cNvCxnSpPr>
            <a:cxnSpLocks/>
            <a:stCxn id="21" idx="7"/>
            <a:endCxn id="22" idx="5"/>
          </p:cNvCxnSpPr>
          <p:nvPr/>
        </p:nvCxnSpPr>
        <p:spPr>
          <a:xfrm flipV="1">
            <a:off x="4416831" y="4325103"/>
            <a:ext cx="0" cy="617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CEF0486-DC63-4472-BB3A-72C7FE7B77F0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670033" y="3652389"/>
            <a:ext cx="128130" cy="184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9F07C70-0441-4A6F-837E-04C1800F5C22}"/>
                  </a:ext>
                </a:extLst>
              </p:cNvPr>
              <p:cNvSpPr txBox="1"/>
              <p:nvPr/>
            </p:nvSpPr>
            <p:spPr>
              <a:xfrm>
                <a:off x="3115430" y="4458646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9F07C70-0441-4A6F-837E-04C1800F5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430" y="4458646"/>
                <a:ext cx="61866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66ECCE-76FE-4C7B-9B2C-0A4ACF4DC9AC}"/>
                  </a:ext>
                </a:extLst>
              </p:cNvPr>
              <p:cNvSpPr txBox="1"/>
              <p:nvPr/>
            </p:nvSpPr>
            <p:spPr>
              <a:xfrm>
                <a:off x="4242412" y="4458646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66ECCE-76FE-4C7B-9B2C-0A4ACF4DC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412" y="4458646"/>
                <a:ext cx="61866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14B97C-0203-4199-875D-0CCF112EFBB9}"/>
                  </a:ext>
                </a:extLst>
              </p:cNvPr>
              <p:cNvSpPr txBox="1"/>
              <p:nvPr/>
            </p:nvSpPr>
            <p:spPr>
              <a:xfrm>
                <a:off x="1520934" y="5829298"/>
                <a:ext cx="59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14B97C-0203-4199-875D-0CCF112EF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934" y="5829298"/>
                <a:ext cx="59420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5805EE-794C-4B30-8FB4-8364D84DE0FD}"/>
                  </a:ext>
                </a:extLst>
              </p:cNvPr>
              <p:cNvSpPr txBox="1"/>
              <p:nvPr/>
            </p:nvSpPr>
            <p:spPr>
              <a:xfrm>
                <a:off x="3798163" y="5829298"/>
                <a:ext cx="5995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5805EE-794C-4B30-8FB4-8364D84DE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163" y="5829298"/>
                <a:ext cx="59952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F037B5A-D2E3-449E-A6EF-AFFD0C068483}"/>
                  </a:ext>
                </a:extLst>
              </p:cNvPr>
              <p:cNvSpPr/>
              <p:nvPr/>
            </p:nvSpPr>
            <p:spPr>
              <a:xfrm>
                <a:off x="7794700" y="3735992"/>
                <a:ext cx="1715869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𝑟𝑒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F037B5A-D2E3-449E-A6EF-AFFD0C0684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700" y="3735992"/>
                <a:ext cx="1715869" cy="690185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88201D2-76C3-47B0-971A-F4F53BAA7E80}"/>
                  </a:ext>
                </a:extLst>
              </p:cNvPr>
              <p:cNvSpPr/>
              <p:nvPr/>
            </p:nvSpPr>
            <p:spPr>
              <a:xfrm>
                <a:off x="7794699" y="5542997"/>
                <a:ext cx="1715869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𝑔𝑟𝑒𝑒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88201D2-76C3-47B0-971A-F4F53BAA7E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699" y="5542997"/>
                <a:ext cx="1715869" cy="690185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307894A-2C09-4CA5-BD2B-23A95A77DC05}"/>
                  </a:ext>
                </a:extLst>
              </p:cNvPr>
              <p:cNvSpPr/>
              <p:nvPr/>
            </p:nvSpPr>
            <p:spPr>
              <a:xfrm>
                <a:off x="6075392" y="4579673"/>
                <a:ext cx="1715869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𝑔𝑟𝑒𝑒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307894A-2C09-4CA5-BD2B-23A95A77D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392" y="4579673"/>
                <a:ext cx="1715869" cy="69018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07E5209E-ECD6-4008-8D47-10AE09FBCE66}"/>
                  </a:ext>
                </a:extLst>
              </p:cNvPr>
              <p:cNvSpPr/>
              <p:nvPr/>
            </p:nvSpPr>
            <p:spPr>
              <a:xfrm>
                <a:off x="9732992" y="4579672"/>
                <a:ext cx="1715869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07E5209E-ECD6-4008-8D47-10AE09FBCE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2992" y="4579672"/>
                <a:ext cx="1715869" cy="690185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96B49AA-FD22-4123-BA1A-69A14D644BEF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flipH="1">
            <a:off x="6933327" y="4081085"/>
            <a:ext cx="861373" cy="498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1D0B4F5-3DFD-4452-B433-CA166C383E74}"/>
              </a:ext>
            </a:extLst>
          </p:cNvPr>
          <p:cNvCxnSpPr>
            <a:cxnSpLocks/>
            <a:stCxn id="32" idx="4"/>
            <a:endCxn id="31" idx="2"/>
          </p:cNvCxnSpPr>
          <p:nvPr/>
        </p:nvCxnSpPr>
        <p:spPr>
          <a:xfrm>
            <a:off x="6933327" y="5269858"/>
            <a:ext cx="861372" cy="618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1A829B0-DCD6-47D0-976B-B15574C3F878}"/>
              </a:ext>
            </a:extLst>
          </p:cNvPr>
          <p:cNvCxnSpPr>
            <a:cxnSpLocks/>
            <a:stCxn id="33" idx="4"/>
            <a:endCxn id="31" idx="6"/>
          </p:cNvCxnSpPr>
          <p:nvPr/>
        </p:nvCxnSpPr>
        <p:spPr>
          <a:xfrm flipH="1">
            <a:off x="9510568" y="5269857"/>
            <a:ext cx="1080359" cy="618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87BCC67-04DA-4F91-806C-DF09933A2E4F}"/>
              </a:ext>
            </a:extLst>
          </p:cNvPr>
          <p:cNvCxnSpPr>
            <a:cxnSpLocks/>
            <a:stCxn id="30" idx="6"/>
            <a:endCxn id="33" idx="0"/>
          </p:cNvCxnSpPr>
          <p:nvPr/>
        </p:nvCxnSpPr>
        <p:spPr>
          <a:xfrm>
            <a:off x="9510569" y="4081085"/>
            <a:ext cx="1080358" cy="498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A86ADE2-F24A-4843-A8F5-B40C2993CA8E}"/>
              </a:ext>
            </a:extLst>
          </p:cNvPr>
          <p:cNvCxnSpPr>
            <a:cxnSpLocks/>
          </p:cNvCxnSpPr>
          <p:nvPr/>
        </p:nvCxnSpPr>
        <p:spPr>
          <a:xfrm flipH="1" flipV="1">
            <a:off x="9392159" y="4243009"/>
            <a:ext cx="787468" cy="349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294E0FB-54C7-46EF-9E82-42CBF6AC5313}"/>
              </a:ext>
            </a:extLst>
          </p:cNvPr>
          <p:cNvCxnSpPr>
            <a:cxnSpLocks/>
          </p:cNvCxnSpPr>
          <p:nvPr/>
        </p:nvCxnSpPr>
        <p:spPr>
          <a:xfrm flipV="1">
            <a:off x="7257593" y="4242685"/>
            <a:ext cx="627017" cy="342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045E821-AF2E-4C23-8EE1-050BE15AD838}"/>
              </a:ext>
            </a:extLst>
          </p:cNvPr>
          <p:cNvCxnSpPr>
            <a:cxnSpLocks/>
          </p:cNvCxnSpPr>
          <p:nvPr/>
        </p:nvCxnSpPr>
        <p:spPr>
          <a:xfrm>
            <a:off x="7292550" y="5230349"/>
            <a:ext cx="624794" cy="466144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5B0DAED-DD4C-4C50-8A0F-B7E4723980CD}"/>
              </a:ext>
            </a:extLst>
          </p:cNvPr>
          <p:cNvCxnSpPr>
            <a:cxnSpLocks/>
          </p:cNvCxnSpPr>
          <p:nvPr/>
        </p:nvCxnSpPr>
        <p:spPr>
          <a:xfrm flipV="1">
            <a:off x="9319514" y="5211940"/>
            <a:ext cx="775713" cy="464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82CE30D-5667-41F7-A953-EBF311BA47F0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7723237" y="3429000"/>
            <a:ext cx="322746" cy="408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FA4CC42-0A46-4947-A2AF-AFCEE0ED4964}"/>
                  </a:ext>
                </a:extLst>
              </p:cNvPr>
              <p:cNvSpPr txBox="1"/>
              <p:nvPr/>
            </p:nvSpPr>
            <p:spPr>
              <a:xfrm>
                <a:off x="7077036" y="4043983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FA4CC42-0A46-4947-A2AF-AFCEE0ED4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036" y="4043983"/>
                <a:ext cx="61866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526CBCE-0993-4521-87D0-4D572075B895}"/>
                  </a:ext>
                </a:extLst>
              </p:cNvPr>
              <p:cNvSpPr txBox="1"/>
              <p:nvPr/>
            </p:nvSpPr>
            <p:spPr>
              <a:xfrm>
                <a:off x="6983216" y="5543331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526CBCE-0993-4521-87D0-4D572075B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216" y="5543331"/>
                <a:ext cx="61866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C814C3E-AF55-4F7D-8355-51F47867DD12}"/>
                  </a:ext>
                </a:extLst>
              </p:cNvPr>
              <p:cNvSpPr txBox="1"/>
              <p:nvPr/>
            </p:nvSpPr>
            <p:spPr>
              <a:xfrm>
                <a:off x="7402302" y="5249505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C814C3E-AF55-4F7D-8355-51F47867D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302" y="5249505"/>
                <a:ext cx="61866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3598868-3C8A-4470-A31A-C970ACE2D728}"/>
                  </a:ext>
                </a:extLst>
              </p:cNvPr>
              <p:cNvSpPr txBox="1"/>
              <p:nvPr/>
            </p:nvSpPr>
            <p:spPr>
              <a:xfrm>
                <a:off x="9321692" y="4368260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3598868-3C8A-4470-A31A-C970ACE2D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692" y="4368260"/>
                <a:ext cx="618668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12FC911-F20C-4C47-828A-877B6B7C4257}"/>
                  </a:ext>
                </a:extLst>
              </p:cNvPr>
              <p:cNvSpPr txBox="1"/>
              <p:nvPr/>
            </p:nvSpPr>
            <p:spPr>
              <a:xfrm>
                <a:off x="7455764" y="4373413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12FC911-F20C-4C47-828A-877B6B7C4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764" y="4373413"/>
                <a:ext cx="61866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04F5925-E068-4203-B10D-581750B3940E}"/>
                  </a:ext>
                </a:extLst>
              </p:cNvPr>
              <p:cNvSpPr txBox="1"/>
              <p:nvPr/>
            </p:nvSpPr>
            <p:spPr>
              <a:xfrm>
                <a:off x="9785893" y="3995924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04F5925-E068-4203-B10D-581750B39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5893" y="3995924"/>
                <a:ext cx="61866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FC0FF7C-FAE7-4548-B82A-BC20AAEF1107}"/>
                  </a:ext>
                </a:extLst>
              </p:cNvPr>
              <p:cNvSpPr txBox="1"/>
              <p:nvPr/>
            </p:nvSpPr>
            <p:spPr>
              <a:xfrm>
                <a:off x="9844042" y="5552299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FC0FF7C-FAE7-4548-B82A-BC20AAEF1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4042" y="5552299"/>
                <a:ext cx="618668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1E66717-12FC-476D-BF2D-8B29E6621633}"/>
                  </a:ext>
                </a:extLst>
              </p:cNvPr>
              <p:cNvSpPr txBox="1"/>
              <p:nvPr/>
            </p:nvSpPr>
            <p:spPr>
              <a:xfrm>
                <a:off x="9350967" y="5213603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1E66717-12FC-476D-BF2D-8B29E6621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967" y="5213603"/>
                <a:ext cx="61866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D6103-0BAF-400F-A0D2-E2705BAD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7BBF1D-1AD5-4F9C-A386-B63E9591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775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3437FA7-3D5F-43A2-9DB0-7B918BC495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699087" cy="493901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Interleaved composition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TS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→,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dirty="0"/>
                  <a:t>, where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and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 iff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groupCh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OR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groupCh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3437FA7-3D5F-43A2-9DB0-7B918BC49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699087" cy="4939013"/>
              </a:xfrm>
              <a:blipFill>
                <a:blip r:embed="rId2"/>
                <a:stretch>
                  <a:fillRect l="-938" t="-1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2301E46-33D3-4F54-A254-F405BBDB1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Interleaved composition of LTSs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EFEBC-32A4-47B6-95B3-DAFA27E8A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E471D-A6A0-4B9A-B474-24E52E63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20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F5FF23-4428-4130-B510-53DCBB99A4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1044590"/>
              </a:xfrm>
            </p:spPr>
            <p:txBody>
              <a:bodyPr/>
              <a:lstStyle/>
              <a:p>
                <a:r>
                  <a:rPr lang="en-US" dirty="0"/>
                  <a:t>LTS states nondeterministically choose which action to execute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F5FF23-4428-4130-B510-53DCBB99A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1044590"/>
              </a:xfrm>
              <a:blipFill>
                <a:blip r:embed="rId2"/>
                <a:stretch>
                  <a:fillRect l="-521" t="-9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487963B-028F-4C27-B6A2-8ADDCDB9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Interleaved 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4880C61-B970-45D1-B562-BCD7E401B524}"/>
                  </a:ext>
                </a:extLst>
              </p:cNvPr>
              <p:cNvSpPr/>
              <p:nvPr/>
            </p:nvSpPr>
            <p:spPr>
              <a:xfrm>
                <a:off x="1552507" y="3636493"/>
                <a:ext cx="874928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𝑔𝑟𝑒𝑒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4880C61-B970-45D1-B562-BCD7E401B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507" y="3636493"/>
                <a:ext cx="874928" cy="69018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38B7D5B-0F16-485B-897E-04AEFC894BB5}"/>
                  </a:ext>
                </a:extLst>
              </p:cNvPr>
              <p:cNvSpPr/>
              <p:nvPr/>
            </p:nvSpPr>
            <p:spPr>
              <a:xfrm>
                <a:off x="1552507" y="2531322"/>
                <a:ext cx="874928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𝑟𝑒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38B7D5B-0F16-485B-897E-04AEFC894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507" y="2531322"/>
                <a:ext cx="874928" cy="69018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C63165-FD94-446F-BD7D-04135E9969F3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1680637" y="3120432"/>
            <a:ext cx="0" cy="617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F1E1E8-208A-4646-8B79-634927A16C03}"/>
              </a:ext>
            </a:extLst>
          </p:cNvPr>
          <p:cNvCxnSpPr>
            <a:cxnSpLocks/>
            <a:stCxn id="6" idx="7"/>
            <a:endCxn id="7" idx="5"/>
          </p:cNvCxnSpPr>
          <p:nvPr/>
        </p:nvCxnSpPr>
        <p:spPr>
          <a:xfrm flipV="1">
            <a:off x="2299305" y="3120432"/>
            <a:ext cx="0" cy="617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A5D39D-EB5F-46BD-86F5-9F40D2C4307D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552507" y="2447718"/>
            <a:ext cx="128130" cy="184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B7E70C-F13A-4459-BDC1-F62D37AF66ED}"/>
                  </a:ext>
                </a:extLst>
              </p:cNvPr>
              <p:cNvSpPr txBox="1"/>
              <p:nvPr/>
            </p:nvSpPr>
            <p:spPr>
              <a:xfrm>
                <a:off x="997904" y="3253975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B7E70C-F13A-4459-BDC1-F62D37AF6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04" y="3253975"/>
                <a:ext cx="61866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983E8D-CAFA-4CF9-8FCE-7FDF5E6082C6}"/>
                  </a:ext>
                </a:extLst>
              </p:cNvPr>
              <p:cNvSpPr txBox="1"/>
              <p:nvPr/>
            </p:nvSpPr>
            <p:spPr>
              <a:xfrm>
                <a:off x="2276282" y="3253976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983E8D-CAFA-4CF9-8FCE-7FDF5E608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282" y="3253976"/>
                <a:ext cx="61866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B3446B2-4CEA-4BE3-86A0-ECED0ACC1403}"/>
                  </a:ext>
                </a:extLst>
              </p:cNvPr>
              <p:cNvSpPr/>
              <p:nvPr/>
            </p:nvSpPr>
            <p:spPr>
              <a:xfrm>
                <a:off x="3829736" y="3636493"/>
                <a:ext cx="874928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𝑔𝑟𝑒𝑒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B3446B2-4CEA-4BE3-86A0-ECED0ACC14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736" y="3636493"/>
                <a:ext cx="874928" cy="69018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3784606-8D9E-459E-97C3-2ACCFA1BB20D}"/>
                  </a:ext>
                </a:extLst>
              </p:cNvPr>
              <p:cNvSpPr/>
              <p:nvPr/>
            </p:nvSpPr>
            <p:spPr>
              <a:xfrm>
                <a:off x="3829736" y="2531322"/>
                <a:ext cx="874928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𝑟𝑒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3784606-8D9E-459E-97C3-2ACCFA1BB2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736" y="2531322"/>
                <a:ext cx="874928" cy="69018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E94F5D-104A-4902-BE70-C78E540D86FC}"/>
              </a:ext>
            </a:extLst>
          </p:cNvPr>
          <p:cNvCxnSpPr>
            <a:stCxn id="22" idx="3"/>
            <a:endCxn id="21" idx="1"/>
          </p:cNvCxnSpPr>
          <p:nvPr/>
        </p:nvCxnSpPr>
        <p:spPr>
          <a:xfrm>
            <a:off x="3957866" y="3120432"/>
            <a:ext cx="0" cy="617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C14EB7-DB17-4DA6-B084-3E7387879430}"/>
              </a:ext>
            </a:extLst>
          </p:cNvPr>
          <p:cNvCxnSpPr>
            <a:cxnSpLocks/>
            <a:stCxn id="21" idx="7"/>
            <a:endCxn id="22" idx="5"/>
          </p:cNvCxnSpPr>
          <p:nvPr/>
        </p:nvCxnSpPr>
        <p:spPr>
          <a:xfrm flipV="1">
            <a:off x="4576534" y="3120432"/>
            <a:ext cx="0" cy="617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CEF0486-DC63-4472-BB3A-72C7FE7B77F0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829736" y="2447718"/>
            <a:ext cx="128130" cy="184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9F07C70-0441-4A6F-837E-04C1800F5C22}"/>
                  </a:ext>
                </a:extLst>
              </p:cNvPr>
              <p:cNvSpPr txBox="1"/>
              <p:nvPr/>
            </p:nvSpPr>
            <p:spPr>
              <a:xfrm>
                <a:off x="3275133" y="3253975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9F07C70-0441-4A6F-837E-04C1800F5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133" y="3253975"/>
                <a:ext cx="61866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66ECCE-76FE-4C7B-9B2C-0A4ACF4DC9AC}"/>
                  </a:ext>
                </a:extLst>
              </p:cNvPr>
              <p:cNvSpPr txBox="1"/>
              <p:nvPr/>
            </p:nvSpPr>
            <p:spPr>
              <a:xfrm>
                <a:off x="4402115" y="3253975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66ECCE-76FE-4C7B-9B2C-0A4ACF4DC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115" y="3253975"/>
                <a:ext cx="61866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14B97C-0203-4199-875D-0CCF112EFBB9}"/>
                  </a:ext>
                </a:extLst>
              </p:cNvPr>
              <p:cNvSpPr txBox="1"/>
              <p:nvPr/>
            </p:nvSpPr>
            <p:spPr>
              <a:xfrm>
                <a:off x="1680637" y="4624627"/>
                <a:ext cx="59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14B97C-0203-4199-875D-0CCF112EF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637" y="4624627"/>
                <a:ext cx="59420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5805EE-794C-4B30-8FB4-8364D84DE0FD}"/>
                  </a:ext>
                </a:extLst>
              </p:cNvPr>
              <p:cNvSpPr txBox="1"/>
              <p:nvPr/>
            </p:nvSpPr>
            <p:spPr>
              <a:xfrm>
                <a:off x="3957866" y="4624627"/>
                <a:ext cx="5995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5805EE-794C-4B30-8FB4-8364D84DE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866" y="4624627"/>
                <a:ext cx="59952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F037B5A-D2E3-449E-A6EF-AFFD0C068483}"/>
                  </a:ext>
                </a:extLst>
              </p:cNvPr>
              <p:cNvSpPr/>
              <p:nvPr/>
            </p:nvSpPr>
            <p:spPr>
              <a:xfrm>
                <a:off x="7954403" y="2531321"/>
                <a:ext cx="1715869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𝑟𝑒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F037B5A-D2E3-449E-A6EF-AFFD0C0684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403" y="2531321"/>
                <a:ext cx="1715869" cy="690185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88201D2-76C3-47B0-971A-F4F53BAA7E80}"/>
                  </a:ext>
                </a:extLst>
              </p:cNvPr>
              <p:cNvSpPr/>
              <p:nvPr/>
            </p:nvSpPr>
            <p:spPr>
              <a:xfrm>
                <a:off x="7954402" y="4338326"/>
                <a:ext cx="1715869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𝑔𝑟𝑒𝑒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88201D2-76C3-47B0-971A-F4F53BAA7E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402" y="4338326"/>
                <a:ext cx="1715869" cy="690185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307894A-2C09-4CA5-BD2B-23A95A77DC05}"/>
                  </a:ext>
                </a:extLst>
              </p:cNvPr>
              <p:cNvSpPr/>
              <p:nvPr/>
            </p:nvSpPr>
            <p:spPr>
              <a:xfrm>
                <a:off x="6235095" y="3375002"/>
                <a:ext cx="1715869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𝑔𝑟𝑒𝑒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307894A-2C09-4CA5-BD2B-23A95A77D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095" y="3375002"/>
                <a:ext cx="1715869" cy="69018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07E5209E-ECD6-4008-8D47-10AE09FBCE66}"/>
                  </a:ext>
                </a:extLst>
              </p:cNvPr>
              <p:cNvSpPr/>
              <p:nvPr/>
            </p:nvSpPr>
            <p:spPr>
              <a:xfrm>
                <a:off x="9892695" y="3375001"/>
                <a:ext cx="1715869" cy="69018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07E5209E-ECD6-4008-8D47-10AE09FBCE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2695" y="3375001"/>
                <a:ext cx="1715869" cy="690185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96B49AA-FD22-4123-BA1A-69A14D644BEF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flipH="1">
            <a:off x="7093030" y="2876414"/>
            <a:ext cx="861373" cy="498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1D0B4F5-3DFD-4452-B433-CA166C383E74}"/>
              </a:ext>
            </a:extLst>
          </p:cNvPr>
          <p:cNvCxnSpPr>
            <a:cxnSpLocks/>
            <a:stCxn id="32" idx="4"/>
            <a:endCxn id="31" idx="2"/>
          </p:cNvCxnSpPr>
          <p:nvPr/>
        </p:nvCxnSpPr>
        <p:spPr>
          <a:xfrm>
            <a:off x="7093030" y="4065187"/>
            <a:ext cx="861372" cy="618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1A829B0-DCD6-47D0-976B-B15574C3F878}"/>
              </a:ext>
            </a:extLst>
          </p:cNvPr>
          <p:cNvCxnSpPr>
            <a:cxnSpLocks/>
            <a:stCxn id="33" idx="4"/>
            <a:endCxn id="31" idx="6"/>
          </p:cNvCxnSpPr>
          <p:nvPr/>
        </p:nvCxnSpPr>
        <p:spPr>
          <a:xfrm flipH="1">
            <a:off x="9670271" y="4065186"/>
            <a:ext cx="1080359" cy="618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87BCC67-04DA-4F91-806C-DF09933A2E4F}"/>
              </a:ext>
            </a:extLst>
          </p:cNvPr>
          <p:cNvCxnSpPr>
            <a:cxnSpLocks/>
            <a:stCxn id="30" idx="6"/>
            <a:endCxn id="33" idx="0"/>
          </p:cNvCxnSpPr>
          <p:nvPr/>
        </p:nvCxnSpPr>
        <p:spPr>
          <a:xfrm>
            <a:off x="9670272" y="2876414"/>
            <a:ext cx="1080358" cy="498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A86ADE2-F24A-4843-A8F5-B40C2993CA8E}"/>
              </a:ext>
            </a:extLst>
          </p:cNvPr>
          <p:cNvCxnSpPr>
            <a:cxnSpLocks/>
          </p:cNvCxnSpPr>
          <p:nvPr/>
        </p:nvCxnSpPr>
        <p:spPr>
          <a:xfrm flipH="1" flipV="1">
            <a:off x="9551862" y="3038338"/>
            <a:ext cx="787468" cy="349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294E0FB-54C7-46EF-9E82-42CBF6AC5313}"/>
              </a:ext>
            </a:extLst>
          </p:cNvPr>
          <p:cNvCxnSpPr>
            <a:cxnSpLocks/>
          </p:cNvCxnSpPr>
          <p:nvPr/>
        </p:nvCxnSpPr>
        <p:spPr>
          <a:xfrm flipV="1">
            <a:off x="7417296" y="3038014"/>
            <a:ext cx="627017" cy="342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045E821-AF2E-4C23-8EE1-050BE15AD838}"/>
              </a:ext>
            </a:extLst>
          </p:cNvPr>
          <p:cNvCxnSpPr>
            <a:cxnSpLocks/>
          </p:cNvCxnSpPr>
          <p:nvPr/>
        </p:nvCxnSpPr>
        <p:spPr>
          <a:xfrm>
            <a:off x="7452253" y="4025678"/>
            <a:ext cx="624794" cy="466144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5B0DAED-DD4C-4C50-8A0F-B7E4723980CD}"/>
              </a:ext>
            </a:extLst>
          </p:cNvPr>
          <p:cNvCxnSpPr>
            <a:cxnSpLocks/>
          </p:cNvCxnSpPr>
          <p:nvPr/>
        </p:nvCxnSpPr>
        <p:spPr>
          <a:xfrm flipV="1">
            <a:off x="9479217" y="4007269"/>
            <a:ext cx="775713" cy="464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82CE30D-5667-41F7-A953-EBF311BA47F0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7882940" y="2224329"/>
            <a:ext cx="322746" cy="408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FA4CC42-0A46-4947-A2AF-AFCEE0ED4964}"/>
                  </a:ext>
                </a:extLst>
              </p:cNvPr>
              <p:cNvSpPr txBox="1"/>
              <p:nvPr/>
            </p:nvSpPr>
            <p:spPr>
              <a:xfrm>
                <a:off x="7236739" y="2839312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FA4CC42-0A46-4947-A2AF-AFCEE0ED4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739" y="2839312"/>
                <a:ext cx="61866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526CBCE-0993-4521-87D0-4D572075B895}"/>
                  </a:ext>
                </a:extLst>
              </p:cNvPr>
              <p:cNvSpPr txBox="1"/>
              <p:nvPr/>
            </p:nvSpPr>
            <p:spPr>
              <a:xfrm>
                <a:off x="7142919" y="4338660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526CBCE-0993-4521-87D0-4D572075B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919" y="4338660"/>
                <a:ext cx="61866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C814C3E-AF55-4F7D-8355-51F47867DD12}"/>
                  </a:ext>
                </a:extLst>
              </p:cNvPr>
              <p:cNvSpPr txBox="1"/>
              <p:nvPr/>
            </p:nvSpPr>
            <p:spPr>
              <a:xfrm>
                <a:off x="7562005" y="4044834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C814C3E-AF55-4F7D-8355-51F47867D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005" y="4044834"/>
                <a:ext cx="618668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3598868-3C8A-4470-A31A-C970ACE2D728}"/>
                  </a:ext>
                </a:extLst>
              </p:cNvPr>
              <p:cNvSpPr txBox="1"/>
              <p:nvPr/>
            </p:nvSpPr>
            <p:spPr>
              <a:xfrm>
                <a:off x="9481395" y="3163589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3598868-3C8A-4470-A31A-C970ACE2D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1395" y="3163589"/>
                <a:ext cx="61866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12FC911-F20C-4C47-828A-877B6B7C4257}"/>
                  </a:ext>
                </a:extLst>
              </p:cNvPr>
              <p:cNvSpPr txBox="1"/>
              <p:nvPr/>
            </p:nvSpPr>
            <p:spPr>
              <a:xfrm>
                <a:off x="7615467" y="3168742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12FC911-F20C-4C47-828A-877B6B7C4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467" y="3168742"/>
                <a:ext cx="61866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04F5925-E068-4203-B10D-581750B3940E}"/>
                  </a:ext>
                </a:extLst>
              </p:cNvPr>
              <p:cNvSpPr txBox="1"/>
              <p:nvPr/>
            </p:nvSpPr>
            <p:spPr>
              <a:xfrm>
                <a:off x="9945596" y="2791253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04F5925-E068-4203-B10D-581750B39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596" y="2791253"/>
                <a:ext cx="618668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FC0FF7C-FAE7-4548-B82A-BC20AAEF1107}"/>
                  </a:ext>
                </a:extLst>
              </p:cNvPr>
              <p:cNvSpPr txBox="1"/>
              <p:nvPr/>
            </p:nvSpPr>
            <p:spPr>
              <a:xfrm>
                <a:off x="10003745" y="4347628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FC0FF7C-FAE7-4548-B82A-BC20AAEF1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3745" y="4347628"/>
                <a:ext cx="618668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1E66717-12FC-476D-BF2D-8B29E6621633}"/>
                  </a:ext>
                </a:extLst>
              </p:cNvPr>
              <p:cNvSpPr txBox="1"/>
              <p:nvPr/>
            </p:nvSpPr>
            <p:spPr>
              <a:xfrm>
                <a:off x="9510670" y="4008932"/>
                <a:ext cx="618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1E66717-12FC-476D-BF2D-8B29E6621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0670" y="4008932"/>
                <a:ext cx="61866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E8218-9187-4480-8467-DAE4B9431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6A5C37-5011-4330-8ED0-5EF1A0AC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364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E4619D-A476-45A9-8845-15E999B3FD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TS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too simplistic for modeling LTS where the state may be “shared”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Consider two program graphs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that have shared memory, i.e., some variables are common to both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Actions taken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may affect the global state, not just the local state of either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Interleaved composition of LTSs of two program graphs is not the same as the LTS of the interleaved composition of the two programs!</a:t>
                </a:r>
              </a:p>
              <a:p>
                <a:r>
                  <a:rPr lang="en-US" dirty="0"/>
                  <a:t>To define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: we first define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⦀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then construct the corresponding LTS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E4619D-A476-45A9-8845-15E999B3FD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b="-3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A313CD0-50ED-40F3-91AC-2086A4B5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>
            <a:normAutofit/>
          </a:bodyPr>
          <a:lstStyle/>
          <a:p>
            <a:r>
              <a:rPr lang="en-US" dirty="0"/>
              <a:t>Shared memory/Asynchronous Message Passing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35EC6-24F3-4214-A651-EF088F780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44787-5EDF-4420-B1C5-A9CC71B0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407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5046EB-C28F-4E1B-837E-EBD13F339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699087" cy="5061595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𝐿𝑜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𝐸𝑓𝑓𝑒𝑐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𝐿𝑜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over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: shared variables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\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: Local variables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\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Local variables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Interleaved program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⦀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defined as: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𝐸𝑓𝑓𝑒𝑐𝑡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where:</a:t>
                </a: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: Disjoint union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b="0" dirty="0"/>
                  <a:t>Add all such that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⟩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→"/>
                            <m:vertJc m:val="bot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groupCh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: (Models action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→"/>
                            <m:vertJc m:val="bot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groupCh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: (Models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,2⟩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5046EB-C28F-4E1B-837E-EBD13F339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699087" cy="5061595"/>
              </a:xfrm>
              <a:blipFill>
                <a:blip r:embed="rId2"/>
                <a:stretch>
                  <a:fillRect l="-417" t="-1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107FCF4-2E4E-4890-8246-173AFBBE1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Interleaving of program graphs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F542D-4E1B-4864-BFEE-A7491F7D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A65A0-035A-409E-A5C0-E9FC72A6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6418C6-F4AE-FFE3-BA61-FF8573677B4E}"/>
                  </a:ext>
                </a:extLst>
              </p:cNvPr>
              <p:cNvSpPr txBox="1"/>
              <p:nvPr/>
            </p:nvSpPr>
            <p:spPr>
              <a:xfrm>
                <a:off x="7987552" y="4303060"/>
                <a:ext cx="40377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: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is taken by program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6418C6-F4AE-FFE3-BA61-FF8573677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552" y="4303060"/>
                <a:ext cx="4037767" cy="369332"/>
              </a:xfrm>
              <a:prstGeom prst="rect">
                <a:avLst/>
              </a:prstGeom>
              <a:blipFill>
                <a:blip r:embed="rId3"/>
                <a:stretch>
                  <a:fillRect l="-45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025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8F14C82-AE8D-4B28-B52E-5636E0E6AF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𝐸𝑓𝑓𝑒𝑐𝑡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𝐸𝑓𝑓𝑒𝑐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𝑣𝑎𝑙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"/>
                                          <m:endChr m:val="|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​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𝑉𝑎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𝑉𝑎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𝑣𝑎𝑙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What is the effect on a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If it is in the set of variables affected by Program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then it is the effect the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(taken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PG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has on the valuation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Otherwise, the valuation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b="0" dirty="0"/>
                  <a:t> will remain unchanged</a:t>
                </a:r>
              </a:p>
              <a:p>
                <a:pPr marL="41148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8F14C82-AE8D-4B28-B52E-5636E0E6AF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EE75BB1-FA36-4562-AF5E-09A6B74A3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Interleaving Program graphs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8B424-D91E-47C9-A9A6-12824D773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5E9A3-574D-4171-94F3-3247AA0C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014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C1C084E-CA05-4693-A14C-29317CF6E8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Non-critical actions: actions that access only local variables</a:t>
                </a:r>
              </a:p>
              <a:p>
                <a:r>
                  <a:rPr lang="en-US" dirty="0"/>
                  <a:t>Critical actions: actions that access shared variables</a:t>
                </a:r>
              </a:p>
              <a:p>
                <a:r>
                  <a:rPr lang="en-US" dirty="0"/>
                  <a:t>Difference crucial when interpreting nondeterminism in the LTS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⦀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/>
                          <m:t>PG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Sources of nondeterminism:</a:t>
                </a:r>
              </a:p>
              <a:p>
                <a:pPr lvl="1"/>
                <a:r>
                  <a:rPr lang="en-US" dirty="0"/>
                  <a:t>Internal nondeterministic choice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Interleaving of non-critical actions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: these can be executed concurrently in the LTS</a:t>
                </a:r>
              </a:p>
              <a:p>
                <a:pPr lvl="1"/>
                <a:r>
                  <a:rPr lang="en-US" dirty="0"/>
                  <a:t>Interleaving of critical actions: generally, cannot be executed independently in the LTS, because changes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would have to be reflected in the state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C1C084E-CA05-4693-A14C-29317CF6E8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ADEE18D-907A-4862-8D00-909F0856E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Nondeterminism in program graph interleaving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3D46A-80BB-4B77-B798-2FCCC7ECD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7C5E4-6EFC-4720-82D9-B8E06293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896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8904CF-2B8E-4045-A5FC-BB8631C6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Interleaved Program Graphs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7BF27-8453-4157-A588-33CF73B597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712" t="8609" r="12819" b="53645"/>
          <a:stretch/>
        </p:blipFill>
        <p:spPr>
          <a:xfrm>
            <a:off x="352347" y="751114"/>
            <a:ext cx="3951515" cy="19594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C9F1ED-7B91-41A8-93F4-B9692E7FFF3C}"/>
                  </a:ext>
                </a:extLst>
              </p:cNvPr>
              <p:cNvSpPr txBox="1"/>
              <p:nvPr/>
            </p:nvSpPr>
            <p:spPr>
              <a:xfrm>
                <a:off x="7384895" y="578923"/>
                <a:ext cx="32797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Computing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⦀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C9F1ED-7B91-41A8-93F4-B9692E7FF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895" y="578923"/>
                <a:ext cx="3279741" cy="461665"/>
              </a:xfrm>
              <a:prstGeom prst="rect">
                <a:avLst/>
              </a:prstGeom>
              <a:blipFill>
                <a:blip r:embed="rId3"/>
                <a:stretch>
                  <a:fillRect l="-278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9CCD71-6006-40F3-A68C-33712996C1F0}"/>
                  </a:ext>
                </a:extLst>
              </p:cNvPr>
              <p:cNvSpPr txBox="1"/>
              <p:nvPr/>
            </p:nvSpPr>
            <p:spPr>
              <a:xfrm>
                <a:off x="0" y="3429000"/>
                <a:ext cx="6944413" cy="1339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sz="2400" b="0" dirty="0"/>
                  <a:t>Add all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:&lt;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</m:groupCh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⟨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⟩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limLow>
                      <m:limLow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→"/>
                            <m:vertJc m:val="bot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groupChr>
                      </m:e>
                      <m:li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lim>
                    </m:limLow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dirty="0"/>
                  <a:t> 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limLow>
                      <m:limLow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→"/>
                            <m:vertJc m:val="bot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groupChr>
                      </m:e>
                      <m:li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lim>
                    </m:limLow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9CCD71-6006-40F3-A68C-33712996C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429000"/>
                <a:ext cx="6944413" cy="1339406"/>
              </a:xfrm>
              <a:prstGeom prst="rect">
                <a:avLst/>
              </a:prstGeom>
              <a:blipFill>
                <a:blip r:embed="rId4"/>
                <a:stretch>
                  <a:fillRect l="-1317"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E9E386E-AB8F-4B22-94CF-28CEC129E51A}"/>
                  </a:ext>
                </a:extLst>
              </p:cNvPr>
              <p:cNvSpPr/>
              <p:nvPr/>
            </p:nvSpPr>
            <p:spPr>
              <a:xfrm>
                <a:off x="8352063" y="2156408"/>
                <a:ext cx="1191987" cy="73478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⟨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E9E386E-AB8F-4B22-94CF-28CEC129E5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063" y="2156408"/>
                <a:ext cx="1191987" cy="734786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383E38D-1E35-4C53-9A17-EAEE5FF0774F}"/>
                  </a:ext>
                </a:extLst>
              </p:cNvPr>
              <p:cNvSpPr/>
              <p:nvPr/>
            </p:nvSpPr>
            <p:spPr>
              <a:xfrm>
                <a:off x="7099185" y="3594670"/>
                <a:ext cx="1252877" cy="73478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⟨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383E38D-1E35-4C53-9A17-EAEE5FF07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185" y="3594670"/>
                <a:ext cx="1252877" cy="73478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8ACB12E-84CA-4F5D-B21A-01919F0E54A2}"/>
                  </a:ext>
                </a:extLst>
              </p:cNvPr>
              <p:cNvSpPr/>
              <p:nvPr/>
            </p:nvSpPr>
            <p:spPr>
              <a:xfrm>
                <a:off x="8352063" y="4810278"/>
                <a:ext cx="1345406" cy="73478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⟨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8ACB12E-84CA-4F5D-B21A-01919F0E54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063" y="4810278"/>
                <a:ext cx="1345406" cy="734786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F82E3C7-A095-43FE-AF1D-DB5C46285A76}"/>
                  </a:ext>
                </a:extLst>
              </p:cNvPr>
              <p:cNvSpPr/>
              <p:nvPr/>
            </p:nvSpPr>
            <p:spPr>
              <a:xfrm>
                <a:off x="9484177" y="3594670"/>
                <a:ext cx="1345406" cy="73478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⟨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F82E3C7-A095-43FE-AF1D-DB5C46285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4177" y="3594670"/>
                <a:ext cx="1345406" cy="734786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AF26EE-48DC-409B-B26B-053F91CF413F}"/>
              </a:ext>
            </a:extLst>
          </p:cNvPr>
          <p:cNvCxnSpPr>
            <a:stCxn id="5" idx="3"/>
            <a:endCxn id="9" idx="0"/>
          </p:cNvCxnSpPr>
          <p:nvPr/>
        </p:nvCxnSpPr>
        <p:spPr>
          <a:xfrm flipH="1">
            <a:off x="7725624" y="2783587"/>
            <a:ext cx="801001" cy="811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1AD52B-9D0D-4860-8AB1-83ED47FE5A88}"/>
              </a:ext>
            </a:extLst>
          </p:cNvPr>
          <p:cNvCxnSpPr>
            <a:cxnSpLocks/>
            <a:stCxn id="9" idx="4"/>
            <a:endCxn id="10" idx="1"/>
          </p:cNvCxnSpPr>
          <p:nvPr/>
        </p:nvCxnSpPr>
        <p:spPr>
          <a:xfrm>
            <a:off x="7725624" y="4329456"/>
            <a:ext cx="823469" cy="588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ABB304-AAAA-417B-9DAB-45125ACF53C9}"/>
              </a:ext>
            </a:extLst>
          </p:cNvPr>
          <p:cNvCxnSpPr>
            <a:cxnSpLocks/>
            <a:stCxn id="5" idx="5"/>
            <a:endCxn id="11" idx="0"/>
          </p:cNvCxnSpPr>
          <p:nvPr/>
        </p:nvCxnSpPr>
        <p:spPr>
          <a:xfrm>
            <a:off x="9369488" y="2783587"/>
            <a:ext cx="787392" cy="811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897CE9-117F-4FFD-92BD-3058A17B16AD}"/>
              </a:ext>
            </a:extLst>
          </p:cNvPr>
          <p:cNvCxnSpPr>
            <a:cxnSpLocks/>
            <a:stCxn id="11" idx="4"/>
            <a:endCxn id="10" idx="7"/>
          </p:cNvCxnSpPr>
          <p:nvPr/>
        </p:nvCxnSpPr>
        <p:spPr>
          <a:xfrm flipH="1">
            <a:off x="9500439" y="4329456"/>
            <a:ext cx="656441" cy="588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2F481E-EC1D-496B-BDC0-A5BBE9BD8E5A}"/>
                  </a:ext>
                </a:extLst>
              </p:cNvPr>
              <p:cNvSpPr txBox="1"/>
              <p:nvPr/>
            </p:nvSpPr>
            <p:spPr>
              <a:xfrm>
                <a:off x="7131197" y="2796200"/>
                <a:ext cx="11315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≔2⋅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2F481E-EC1D-496B-BDC0-A5BBE9BD8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197" y="2796200"/>
                <a:ext cx="113159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2981FD-61ED-4C53-B514-BE5389AFF96B}"/>
                  </a:ext>
                </a:extLst>
              </p:cNvPr>
              <p:cNvSpPr txBox="1"/>
              <p:nvPr/>
            </p:nvSpPr>
            <p:spPr>
              <a:xfrm>
                <a:off x="9883917" y="4525062"/>
                <a:ext cx="11315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≔2⋅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2981FD-61ED-4C53-B514-BE5389AFF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917" y="4525062"/>
                <a:ext cx="113159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703F40-9096-4627-BBBE-01AF0FD38276}"/>
                  </a:ext>
                </a:extLst>
              </p:cNvPr>
              <p:cNvSpPr txBox="1"/>
              <p:nvPr/>
            </p:nvSpPr>
            <p:spPr>
              <a:xfrm>
                <a:off x="9733257" y="2782825"/>
                <a:ext cx="12470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703F40-9096-4627-BBBE-01AF0FD38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3257" y="2782825"/>
                <a:ext cx="124700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52ABB3C-A19A-41A4-B773-D16C35562D06}"/>
                  </a:ext>
                </a:extLst>
              </p:cNvPr>
              <p:cNvSpPr txBox="1"/>
              <p:nvPr/>
            </p:nvSpPr>
            <p:spPr>
              <a:xfrm>
                <a:off x="6918607" y="4548553"/>
                <a:ext cx="12470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52ABB3C-A19A-41A4-B773-D16C35562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607" y="4548553"/>
                <a:ext cx="124700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EB88BC0-9BA3-467A-BB3C-8B19C2F838FB}"/>
              </a:ext>
            </a:extLst>
          </p:cNvPr>
          <p:cNvSpPr txBox="1"/>
          <p:nvPr/>
        </p:nvSpPr>
        <p:spPr>
          <a:xfrm>
            <a:off x="1885981" y="6010867"/>
            <a:ext cx="8943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Figure on the top left copied from the Principles of Model Checking book by Baier and Katoen</a:t>
            </a:r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91BBD26F-0146-426D-BCF6-8D5BCEC82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23351BD9-E405-47BF-9021-433F3718B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31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6D7BF38-8F0F-11AC-B5CA-2636CF52E485}"/>
                  </a:ext>
                </a:extLst>
              </p14:cNvPr>
              <p14:cNvContentPartPr/>
              <p14:nvPr/>
            </p14:nvContentPartPr>
            <p14:xfrm>
              <a:off x="384840" y="654840"/>
              <a:ext cx="9045360" cy="3699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6D7BF38-8F0F-11AC-B5CA-2636CF52E48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5480" y="645480"/>
                <a:ext cx="9064080" cy="371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163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23" grpId="0"/>
      <p:bldP spid="24" grpId="0"/>
      <p:bldP spid="25" grpId="0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8904CF-2B8E-4045-A5FC-BB8631C6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Interleaved Transition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7BF27-8453-4157-A588-33CF73B59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57" y="924723"/>
            <a:ext cx="6129356" cy="51910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70AB3B-C29C-4951-BD87-AC07A8B48996}"/>
                  </a:ext>
                </a:extLst>
              </p:cNvPr>
              <p:cNvSpPr txBox="1"/>
              <p:nvPr/>
            </p:nvSpPr>
            <p:spPr>
              <a:xfrm>
                <a:off x="7580875" y="1721179"/>
                <a:ext cx="411001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LTS needs to represent the contention between possible concurrent updates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70AB3B-C29C-4951-BD87-AC07A8B48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875" y="1721179"/>
                <a:ext cx="4110013" cy="1200329"/>
              </a:xfrm>
              <a:prstGeom prst="rect">
                <a:avLst/>
              </a:prstGeom>
              <a:blipFill>
                <a:blip r:embed="rId4"/>
                <a:stretch>
                  <a:fillRect l="-2374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37ED0B6-6346-4582-9284-E83C13E74840}"/>
              </a:ext>
            </a:extLst>
          </p:cNvPr>
          <p:cNvSpPr txBox="1"/>
          <p:nvPr/>
        </p:nvSpPr>
        <p:spPr>
          <a:xfrm>
            <a:off x="1885981" y="6010867"/>
            <a:ext cx="763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Figures copied from the Principles of Model Checking book by Baier and Katoen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4476AE-8271-450E-81D4-D13F7007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AC4C6-9204-44CD-BE97-37781F765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32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81A127-D646-3DDC-4AFE-1D9A8C3A088C}"/>
              </a:ext>
            </a:extLst>
          </p:cNvPr>
          <p:cNvSpPr/>
          <p:nvPr/>
        </p:nvSpPr>
        <p:spPr>
          <a:xfrm>
            <a:off x="501111" y="3171920"/>
            <a:ext cx="3470813" cy="2761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DFA0C85-A928-C3DB-A406-D39D70FF09DB}"/>
                  </a:ext>
                </a:extLst>
              </p14:cNvPr>
              <p14:cNvContentPartPr/>
              <p14:nvPr/>
            </p14:nvContentPartPr>
            <p14:xfrm>
              <a:off x="4948920" y="3627360"/>
              <a:ext cx="1119600" cy="1897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DFA0C85-A928-C3DB-A406-D39D70FF09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39560" y="3618000"/>
                <a:ext cx="1138320" cy="191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2821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9B9671-6487-4369-B4C3-F0628ACFD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Mutual Exclusion using Peterson’s algorithm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D0817F6-5B90-4D64-A571-67A2471DFF9D}"/>
              </a:ext>
            </a:extLst>
          </p:cNvPr>
          <p:cNvGrpSpPr/>
          <p:nvPr/>
        </p:nvGrpSpPr>
        <p:grpSpPr>
          <a:xfrm>
            <a:off x="1545404" y="1174136"/>
            <a:ext cx="9327750" cy="4228209"/>
            <a:chOff x="245728" y="1002686"/>
            <a:chExt cx="9327750" cy="42282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28B6078F-7D77-458A-AC04-F260715B4ECC}"/>
                    </a:ext>
                  </a:extLst>
                </p:cNvPr>
                <p:cNvSpPr/>
                <p:nvPr/>
              </p:nvSpPr>
              <p:spPr>
                <a:xfrm>
                  <a:off x="2041072" y="1665515"/>
                  <a:ext cx="718457" cy="743528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28B6078F-7D77-458A-AC04-F260715B4E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1072" y="1665515"/>
                  <a:ext cx="718457" cy="743528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E534AF81-C7D5-456F-915B-14D0CDCD1737}"/>
                    </a:ext>
                  </a:extLst>
                </p:cNvPr>
                <p:cNvSpPr/>
                <p:nvPr/>
              </p:nvSpPr>
              <p:spPr>
                <a:xfrm>
                  <a:off x="2041072" y="3057236"/>
                  <a:ext cx="718457" cy="743528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E534AF81-C7D5-456F-915B-14D0CDCD17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1072" y="3057236"/>
                  <a:ext cx="718457" cy="743528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70BADEAE-F3E1-4940-9789-B11380D6ED47}"/>
                    </a:ext>
                  </a:extLst>
                </p:cNvPr>
                <p:cNvSpPr/>
                <p:nvPr/>
              </p:nvSpPr>
              <p:spPr>
                <a:xfrm>
                  <a:off x="2041072" y="4441287"/>
                  <a:ext cx="718457" cy="743528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70BADEAE-F3E1-4940-9789-B11380D6ED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1072" y="4441287"/>
                  <a:ext cx="718457" cy="743528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1FAEA80-3808-44C3-B619-2EF5F5BF2237}"/>
                </a:ext>
              </a:extLst>
            </p:cNvPr>
            <p:cNvCxnSpPr>
              <a:stCxn id="5" idx="4"/>
              <a:endCxn id="6" idx="0"/>
            </p:cNvCxnSpPr>
            <p:nvPr/>
          </p:nvCxnSpPr>
          <p:spPr>
            <a:xfrm>
              <a:off x="2400301" y="2409043"/>
              <a:ext cx="0" cy="648193"/>
            </a:xfrm>
            <a:prstGeom prst="straightConnector1">
              <a:avLst/>
            </a:prstGeom>
            <a:ln w="1270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E822679-B9D1-46D5-8C04-0784BC9FE481}"/>
                </a:ext>
              </a:extLst>
            </p:cNvPr>
            <p:cNvCxnSpPr>
              <a:cxnSpLocks/>
              <a:stCxn id="6" idx="4"/>
              <a:endCxn id="7" idx="0"/>
            </p:cNvCxnSpPr>
            <p:nvPr/>
          </p:nvCxnSpPr>
          <p:spPr>
            <a:xfrm>
              <a:off x="2400301" y="3800764"/>
              <a:ext cx="0" cy="640523"/>
            </a:xfrm>
            <a:prstGeom prst="straightConnector1">
              <a:avLst/>
            </a:prstGeom>
            <a:ln w="1270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4C14CCED-4CD4-439B-BBD0-F769C9E814EF}"/>
                </a:ext>
              </a:extLst>
            </p:cNvPr>
            <p:cNvCxnSpPr>
              <a:cxnSpLocks/>
              <a:stCxn id="7" idx="2"/>
              <a:endCxn id="5" idx="2"/>
            </p:cNvCxnSpPr>
            <p:nvPr/>
          </p:nvCxnSpPr>
          <p:spPr>
            <a:xfrm rot="10800000">
              <a:off x="2041072" y="2037279"/>
              <a:ext cx="12700" cy="2775772"/>
            </a:xfrm>
            <a:prstGeom prst="curvedConnector3">
              <a:avLst>
                <a:gd name="adj1" fmla="val 4371433"/>
              </a:avLst>
            </a:prstGeom>
            <a:ln w="1270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96C2533-48A0-470C-9FAC-E2FF2A46CE14}"/>
                    </a:ext>
                  </a:extLst>
                </p:cNvPr>
                <p:cNvSpPr txBox="1"/>
                <p:nvPr/>
              </p:nvSpPr>
              <p:spPr>
                <a:xfrm>
                  <a:off x="2400300" y="2386736"/>
                  <a:ext cx="132510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𝑤𝑎𝑛𝑡𝐶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≔1;</m:t>
                        </m:r>
                      </m:oMath>
                    </m:oMathPara>
                  </a14:m>
                  <a:endParaRPr lang="en-US" sz="14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𝑡𝑢𝑟𝑛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≔1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96C2533-48A0-470C-9FAC-E2FF2A46CE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0300" y="2386736"/>
                  <a:ext cx="1325106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DFAC207-86EF-46F4-95F9-B21D18C5860A}"/>
                    </a:ext>
                  </a:extLst>
                </p:cNvPr>
                <p:cNvSpPr txBox="1"/>
                <p:nvPr/>
              </p:nvSpPr>
              <p:spPr>
                <a:xfrm>
                  <a:off x="2400300" y="3807913"/>
                  <a:ext cx="153939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𝑤𝑎𝑛𝑡𝐶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oMath>
                    </m:oMathPara>
                  </a14:m>
                  <a:endParaRPr lang="en-US" sz="14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𝑡𝑢𝑟𝑛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DFAC207-86EF-46F4-95F9-B21D18C586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0300" y="3807913"/>
                  <a:ext cx="1539396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9B94EA3-CBDD-4A37-B63A-1628AD96D0EB}"/>
                    </a:ext>
                  </a:extLst>
                </p:cNvPr>
                <p:cNvSpPr txBox="1"/>
                <p:nvPr/>
              </p:nvSpPr>
              <p:spPr>
                <a:xfrm>
                  <a:off x="245728" y="3057236"/>
                  <a:ext cx="128253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𝑤𝑎𝑛𝑡𝐶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≔0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9B94EA3-CBDD-4A37-B63A-1628AD96D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728" y="3057236"/>
                  <a:ext cx="1282531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5DDD3BD-CF98-4A92-9345-D01254A967D0}"/>
                </a:ext>
              </a:extLst>
            </p:cNvPr>
            <p:cNvGrpSpPr/>
            <p:nvPr/>
          </p:nvGrpSpPr>
          <p:grpSpPr>
            <a:xfrm>
              <a:off x="5875342" y="1711595"/>
              <a:ext cx="3698136" cy="3519300"/>
              <a:chOff x="3042335" y="1665515"/>
              <a:chExt cx="3698136" cy="35193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0056FDAD-76B2-488F-8560-0F13CC001E5B}"/>
                      </a:ext>
                    </a:extLst>
                  </p:cNvPr>
                  <p:cNvSpPr/>
                  <p:nvPr/>
                </p:nvSpPr>
                <p:spPr>
                  <a:xfrm>
                    <a:off x="4837679" y="1665515"/>
                    <a:ext cx="718457" cy="743528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0056FDAD-76B2-488F-8560-0F13CC001E5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7679" y="1665515"/>
                    <a:ext cx="718457" cy="743528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7BCC408C-3289-4106-B958-984FB5D8E093}"/>
                      </a:ext>
                    </a:extLst>
                  </p:cNvPr>
                  <p:cNvSpPr/>
                  <p:nvPr/>
                </p:nvSpPr>
                <p:spPr>
                  <a:xfrm>
                    <a:off x="4837679" y="3057236"/>
                    <a:ext cx="718457" cy="743528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7BCC408C-3289-4106-B958-984FB5D8E09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7679" y="3057236"/>
                    <a:ext cx="718457" cy="743528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31A16F5B-BE09-411A-BF52-E6E7769E96F1}"/>
                      </a:ext>
                    </a:extLst>
                  </p:cNvPr>
                  <p:cNvSpPr/>
                  <p:nvPr/>
                </p:nvSpPr>
                <p:spPr>
                  <a:xfrm>
                    <a:off x="4837679" y="4441287"/>
                    <a:ext cx="718457" cy="743528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31A16F5B-BE09-411A-BF52-E6E7769E96F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7679" y="4441287"/>
                    <a:ext cx="718457" cy="743528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E3F0E4D-E445-47C9-863C-DE9174BD9DC4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>
                <a:off x="5196908" y="2409043"/>
                <a:ext cx="0" cy="648193"/>
              </a:xfrm>
              <a:prstGeom prst="straightConnector1">
                <a:avLst/>
              </a:prstGeom>
              <a:ln w="1270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FEDBF0E6-E518-4C28-84CE-57D47AFAD2D5}"/>
                  </a:ext>
                </a:extLst>
              </p:cNvPr>
              <p:cNvCxnSpPr>
                <a:cxnSpLocks/>
                <a:stCxn id="24" idx="4"/>
                <a:endCxn id="25" idx="0"/>
              </p:cNvCxnSpPr>
              <p:nvPr/>
            </p:nvCxnSpPr>
            <p:spPr>
              <a:xfrm>
                <a:off x="5196908" y="3800764"/>
                <a:ext cx="0" cy="640523"/>
              </a:xfrm>
              <a:prstGeom prst="straightConnector1">
                <a:avLst/>
              </a:prstGeom>
              <a:ln w="1270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85D410B7-D78E-4F44-85E2-123F118FD290}"/>
                  </a:ext>
                </a:extLst>
              </p:cNvPr>
              <p:cNvCxnSpPr>
                <a:cxnSpLocks/>
                <a:stCxn id="25" idx="2"/>
                <a:endCxn id="23" idx="2"/>
              </p:cNvCxnSpPr>
              <p:nvPr/>
            </p:nvCxnSpPr>
            <p:spPr>
              <a:xfrm rot="10800000">
                <a:off x="4837679" y="2037279"/>
                <a:ext cx="12700" cy="2775772"/>
              </a:xfrm>
              <a:prstGeom prst="curvedConnector3">
                <a:avLst>
                  <a:gd name="adj1" fmla="val 4371433"/>
                </a:avLst>
              </a:prstGeom>
              <a:ln w="12700"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4E200237-E6ED-4C81-9008-B82748813AD6}"/>
                      </a:ext>
                    </a:extLst>
                  </p:cNvPr>
                  <p:cNvSpPr txBox="1"/>
                  <p:nvPr/>
                </p:nvSpPr>
                <p:spPr>
                  <a:xfrm>
                    <a:off x="5196907" y="2386736"/>
                    <a:ext cx="132645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𝑤𝑎𝑛𝑡𝐶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≔1;</m:t>
                          </m:r>
                        </m:oMath>
                      </m:oMathPara>
                    </a14:m>
                    <a:endParaRPr lang="en-US" sz="1400" b="0" i="1" dirty="0"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𝑡𝑢𝑟𝑛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≔0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4E200237-E6ED-4C81-9008-B82748813A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6907" y="2386736"/>
                    <a:ext cx="1326453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A8C9B8A3-7557-40C8-AAA6-EA27E43B1554}"/>
                      </a:ext>
                    </a:extLst>
                  </p:cNvPr>
                  <p:cNvSpPr txBox="1"/>
                  <p:nvPr/>
                </p:nvSpPr>
                <p:spPr>
                  <a:xfrm>
                    <a:off x="5196907" y="3807913"/>
                    <a:ext cx="1543564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𝑤𝑎𝑛𝑡𝐶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</m:oMath>
                      </m:oMathPara>
                    </a14:m>
                    <a:endParaRPr lang="en-US" sz="1400" b="0" i="1" dirty="0"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𝑡𝑢𝑟𝑛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A8C9B8A3-7557-40C8-AAA6-EA27E43B15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6907" y="3807913"/>
                    <a:ext cx="1543564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EC42617F-CD3A-4CAB-AF02-5D1785551FCB}"/>
                      </a:ext>
                    </a:extLst>
                  </p:cNvPr>
                  <p:cNvSpPr txBox="1"/>
                  <p:nvPr/>
                </p:nvSpPr>
                <p:spPr>
                  <a:xfrm>
                    <a:off x="3042335" y="3057236"/>
                    <a:ext cx="128253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𝑤𝑎𝑛𝑡𝐶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≔0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EC42617F-CD3A-4CAB-AF02-5D1785551F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2335" y="3057236"/>
                    <a:ext cx="1282531" cy="30777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5F9864F-A5E0-4365-AFD2-54FCAF523B3B}"/>
                    </a:ext>
                  </a:extLst>
                </p:cNvPr>
                <p:cNvSpPr txBox="1"/>
                <p:nvPr/>
              </p:nvSpPr>
              <p:spPr>
                <a:xfrm>
                  <a:off x="2132499" y="1002686"/>
                  <a:ext cx="6270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5F9864F-A5E0-4365-AFD2-54FCAF523B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2499" y="1002686"/>
                  <a:ext cx="62703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5B8D5E2-9F75-4F80-BE01-315EEBC20DC9}"/>
                    </a:ext>
                  </a:extLst>
                </p:cNvPr>
                <p:cNvSpPr txBox="1"/>
                <p:nvPr/>
              </p:nvSpPr>
              <p:spPr>
                <a:xfrm>
                  <a:off x="7716399" y="1002686"/>
                  <a:ext cx="6270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5B8D5E2-9F75-4F80-BE01-315EEBC20D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6399" y="1002686"/>
                  <a:ext cx="627030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1BD5F04-A478-4B67-9FB0-45AE1278ACE3}"/>
              </a:ext>
            </a:extLst>
          </p:cNvPr>
          <p:cNvSpPr txBox="1"/>
          <p:nvPr/>
        </p:nvSpPr>
        <p:spPr>
          <a:xfrm>
            <a:off x="4956978" y="4984501"/>
            <a:ext cx="2941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Assignment are either atomic</a:t>
            </a:r>
          </a:p>
          <a:p>
            <a:r>
              <a:rPr lang="en-US" dirty="0">
                <a:solidFill>
                  <a:srgbClr val="C00000"/>
                </a:solidFill>
              </a:rPr>
              <a:t>or strictly in the order shown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83DC2A1-84F9-43D7-AA74-C94F35288718}"/>
                  </a:ext>
                </a:extLst>
              </p:cNvPr>
              <p:cNvSpPr txBox="1"/>
              <p:nvPr/>
            </p:nvSpPr>
            <p:spPr>
              <a:xfrm>
                <a:off x="3167097" y="5743872"/>
                <a:ext cx="7520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For simplicity, we will assume that they are atomic to construct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⦀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83DC2A1-84F9-43D7-AA74-C94F35288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097" y="5743872"/>
                <a:ext cx="7520007" cy="369332"/>
              </a:xfrm>
              <a:prstGeom prst="rect">
                <a:avLst/>
              </a:prstGeom>
              <a:blipFill>
                <a:blip r:embed="rId16"/>
                <a:stretch>
                  <a:fillRect l="-73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4F606BF0-1A53-47CC-BA36-F20BE8D00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8C5A935D-4481-485F-9F42-0992FFEB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33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ECFAFA-F424-CC02-B076-21BC6CAE55D3}"/>
                  </a:ext>
                </a:extLst>
              </p14:cNvPr>
              <p14:cNvContentPartPr/>
              <p14:nvPr/>
            </p14:nvContentPartPr>
            <p14:xfrm>
              <a:off x="3722760" y="2833560"/>
              <a:ext cx="6631920" cy="178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ECFAFA-F424-CC02-B076-21BC6CAE55D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13400" y="2824200"/>
                <a:ext cx="6650640" cy="180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0367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C9B9671-6487-4369-B4C3-F0628ACFDB2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66681" y="111878"/>
                <a:ext cx="10920419" cy="743528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C9B9671-6487-4369-B4C3-F0628ACFD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66681" y="111878"/>
                <a:ext cx="10920419" cy="74352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8B6078F-7D77-458A-AC04-F260715B4ECC}"/>
                  </a:ext>
                </a:extLst>
              </p:cNvPr>
              <p:cNvSpPr/>
              <p:nvPr/>
            </p:nvSpPr>
            <p:spPr>
              <a:xfrm>
                <a:off x="5175132" y="855406"/>
                <a:ext cx="1300843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8B6078F-7D77-458A-AC04-F260715B4E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132" y="855406"/>
                <a:ext cx="1300843" cy="74352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0BADEAE-F3E1-4940-9789-B11380D6ED47}"/>
                  </a:ext>
                </a:extLst>
              </p:cNvPr>
              <p:cNvSpPr/>
              <p:nvPr/>
            </p:nvSpPr>
            <p:spPr>
              <a:xfrm>
                <a:off x="1152543" y="2475116"/>
                <a:ext cx="1278719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0BADEAE-F3E1-4940-9789-B11380D6E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543" y="2475116"/>
                <a:ext cx="1278719" cy="74352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4C14CCED-4CD4-439B-BBD0-F769C9E814EF}"/>
              </a:ext>
            </a:extLst>
          </p:cNvPr>
          <p:cNvCxnSpPr>
            <a:cxnSpLocks/>
            <a:stCxn id="7" idx="2"/>
            <a:endCxn id="5" idx="2"/>
          </p:cNvCxnSpPr>
          <p:nvPr/>
        </p:nvCxnSpPr>
        <p:spPr>
          <a:xfrm rot="10800000" flipH="1">
            <a:off x="1152542" y="1227170"/>
            <a:ext cx="4022589" cy="1619710"/>
          </a:xfrm>
          <a:prstGeom prst="curvedConnector3">
            <a:avLst>
              <a:gd name="adj1" fmla="val -5683"/>
            </a:avLst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96C2533-48A0-470C-9FAC-E2FF2A46CE14}"/>
                  </a:ext>
                </a:extLst>
              </p:cNvPr>
              <p:cNvSpPr txBox="1"/>
              <p:nvPr/>
            </p:nvSpPr>
            <p:spPr>
              <a:xfrm>
                <a:off x="3976955" y="1612085"/>
                <a:ext cx="108478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𝑤𝑎𝑛𝑡𝐶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≔1;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𝑡𝑢𝑟𝑛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≔1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96C2533-48A0-470C-9FAC-E2FF2A46C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955" y="1612085"/>
                <a:ext cx="108478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FAC207-86EF-46F4-95F9-B21D18C5860A}"/>
                  </a:ext>
                </a:extLst>
              </p:cNvPr>
              <p:cNvSpPr txBox="1"/>
              <p:nvPr/>
            </p:nvSpPr>
            <p:spPr>
              <a:xfrm>
                <a:off x="6652653" y="3980865"/>
                <a:ext cx="125079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𝑤𝑎𝑛𝑡𝐶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𝑡𝑢𝑟𝑛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FAC207-86EF-46F4-95F9-B21D18C58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653" y="3980865"/>
                <a:ext cx="125079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B94EA3-CBDD-4A37-B63A-1628AD96D0EB}"/>
                  </a:ext>
                </a:extLst>
              </p:cNvPr>
              <p:cNvSpPr txBox="1"/>
              <p:nvPr/>
            </p:nvSpPr>
            <p:spPr>
              <a:xfrm>
                <a:off x="1933487" y="1541951"/>
                <a:ext cx="11278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𝑤𝑎𝑛𝑡𝐶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B94EA3-CBDD-4A37-B63A-1628AD96D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487" y="1541951"/>
                <a:ext cx="11278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9FAF7DB-8801-4373-8309-E99A6440B718}"/>
              </a:ext>
            </a:extLst>
          </p:cNvPr>
          <p:cNvCxnSpPr>
            <a:cxnSpLocks/>
            <a:stCxn id="5" idx="3"/>
            <a:endCxn id="37" idx="0"/>
          </p:cNvCxnSpPr>
          <p:nvPr/>
        </p:nvCxnSpPr>
        <p:spPr>
          <a:xfrm flipH="1">
            <a:off x="4519347" y="1490047"/>
            <a:ext cx="846289" cy="1013529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0BC39C0-E3BE-4E8F-81FA-616686FC83DC}"/>
                  </a:ext>
                </a:extLst>
              </p:cNvPr>
              <p:cNvSpPr/>
              <p:nvPr/>
            </p:nvSpPr>
            <p:spPr>
              <a:xfrm>
                <a:off x="3963667" y="2503576"/>
                <a:ext cx="1111360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0BC39C0-E3BE-4E8F-81FA-616686FC8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667" y="2503576"/>
                <a:ext cx="1111360" cy="74352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6435F81-502D-4FA6-8894-9FA26A7953B3}"/>
                  </a:ext>
                </a:extLst>
              </p:cNvPr>
              <p:cNvSpPr/>
              <p:nvPr/>
            </p:nvSpPr>
            <p:spPr>
              <a:xfrm>
                <a:off x="6607432" y="2464173"/>
                <a:ext cx="1111360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6435F81-502D-4FA6-8894-9FA26A7953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432" y="2464173"/>
                <a:ext cx="1111360" cy="74352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601782F-D679-4FB9-9AFD-77F425E1F99D}"/>
              </a:ext>
            </a:extLst>
          </p:cNvPr>
          <p:cNvCxnSpPr>
            <a:cxnSpLocks/>
            <a:stCxn id="5" idx="5"/>
            <a:endCxn id="38" idx="0"/>
          </p:cNvCxnSpPr>
          <p:nvPr/>
        </p:nvCxnSpPr>
        <p:spPr>
          <a:xfrm>
            <a:off x="6285471" y="1490047"/>
            <a:ext cx="877641" cy="974126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A8E8887-A4C3-494B-9217-5BBB3308F7B8}"/>
                  </a:ext>
                </a:extLst>
              </p:cNvPr>
              <p:cNvSpPr txBox="1"/>
              <p:nvPr/>
            </p:nvSpPr>
            <p:spPr>
              <a:xfrm>
                <a:off x="6631679" y="1618570"/>
                <a:ext cx="10815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𝑤𝑎𝑛𝑡𝐶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≔1;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𝑡𝑢𝑟𝑛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A8E8887-A4C3-494B-9217-5BBB3308F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679" y="1618570"/>
                <a:ext cx="1081515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1ADC90B-02DE-4D5D-A3A9-BB0D5C69B1CF}"/>
                  </a:ext>
                </a:extLst>
              </p:cNvPr>
              <p:cNvSpPr/>
              <p:nvPr/>
            </p:nvSpPr>
            <p:spPr>
              <a:xfrm>
                <a:off x="5188892" y="3817899"/>
                <a:ext cx="1278719" cy="74731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1ADC90B-02DE-4D5D-A3A9-BB0D5C69B1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892" y="3817899"/>
                <a:ext cx="1278719" cy="74731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8D3E382-959F-4326-BB87-C6846BF530F0}"/>
              </a:ext>
            </a:extLst>
          </p:cNvPr>
          <p:cNvCxnSpPr>
            <a:cxnSpLocks/>
            <a:stCxn id="37" idx="4"/>
            <a:endCxn id="41" idx="1"/>
          </p:cNvCxnSpPr>
          <p:nvPr/>
        </p:nvCxnSpPr>
        <p:spPr>
          <a:xfrm>
            <a:off x="4519347" y="3247104"/>
            <a:ext cx="856809" cy="680236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45AEE4A-D057-4BA7-BB07-F713072E4E80}"/>
              </a:ext>
            </a:extLst>
          </p:cNvPr>
          <p:cNvCxnSpPr>
            <a:cxnSpLocks/>
            <a:stCxn id="38" idx="4"/>
            <a:endCxn id="41" idx="7"/>
          </p:cNvCxnSpPr>
          <p:nvPr/>
        </p:nvCxnSpPr>
        <p:spPr>
          <a:xfrm flipH="1">
            <a:off x="6280347" y="3207701"/>
            <a:ext cx="882765" cy="719639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48D53CF-A493-4E5E-AEE2-C4977C9E4783}"/>
                  </a:ext>
                </a:extLst>
              </p:cNvPr>
              <p:cNvSpPr txBox="1"/>
              <p:nvPr/>
            </p:nvSpPr>
            <p:spPr>
              <a:xfrm>
                <a:off x="3759527" y="3983866"/>
                <a:ext cx="125406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𝑤𝑎𝑛𝑡𝐶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𝑡𝑢𝑟𝑛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48D53CF-A493-4E5E-AEE2-C4977C9E4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527" y="3983866"/>
                <a:ext cx="1254061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FC78749-938E-4DD3-9A62-AE75706FC239}"/>
              </a:ext>
            </a:extLst>
          </p:cNvPr>
          <p:cNvCxnSpPr>
            <a:cxnSpLocks/>
            <a:stCxn id="37" idx="2"/>
            <a:endCxn id="7" idx="6"/>
          </p:cNvCxnSpPr>
          <p:nvPr/>
        </p:nvCxnSpPr>
        <p:spPr>
          <a:xfrm flipH="1" flipV="1">
            <a:off x="2431262" y="2846880"/>
            <a:ext cx="1532405" cy="28460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029CC21-C346-4F79-A836-FFCB48EFDCDF}"/>
                  </a:ext>
                </a:extLst>
              </p:cNvPr>
              <p:cNvSpPr/>
              <p:nvPr/>
            </p:nvSpPr>
            <p:spPr>
              <a:xfrm>
                <a:off x="2673078" y="4302865"/>
                <a:ext cx="1263129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029CC21-C346-4F79-A836-FFCB48EFD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078" y="4302865"/>
                <a:ext cx="1263129" cy="74352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B078385-C2D9-4CEF-A239-C8848C3596F6}"/>
                  </a:ext>
                </a:extLst>
              </p:cNvPr>
              <p:cNvSpPr/>
              <p:nvPr/>
            </p:nvSpPr>
            <p:spPr>
              <a:xfrm>
                <a:off x="5175131" y="5612498"/>
                <a:ext cx="1278719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B078385-C2D9-4CEF-A239-C8848C3596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131" y="5612498"/>
                <a:ext cx="1278719" cy="74352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9022161-4521-476D-A6E1-0409FA07A0C9}"/>
                  </a:ext>
                </a:extLst>
              </p:cNvPr>
              <p:cNvSpPr/>
              <p:nvPr/>
            </p:nvSpPr>
            <p:spPr>
              <a:xfrm>
                <a:off x="7444469" y="4302865"/>
                <a:ext cx="1278719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9022161-4521-476D-A6E1-0409FA07A0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469" y="4302865"/>
                <a:ext cx="1278719" cy="74352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6629F930-8F05-42CE-B731-5FF65D07D740}"/>
                  </a:ext>
                </a:extLst>
              </p:cNvPr>
              <p:cNvSpPr/>
              <p:nvPr/>
            </p:nvSpPr>
            <p:spPr>
              <a:xfrm>
                <a:off x="9251197" y="2464173"/>
                <a:ext cx="1111360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6629F930-8F05-42CE-B731-5FF65D07D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197" y="2464173"/>
                <a:ext cx="1111360" cy="743528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421816-B2E5-4759-8050-692B87E48F2E}"/>
              </a:ext>
            </a:extLst>
          </p:cNvPr>
          <p:cNvCxnSpPr>
            <a:cxnSpLocks/>
            <a:stCxn id="38" idx="6"/>
            <a:endCxn id="59" idx="2"/>
          </p:cNvCxnSpPr>
          <p:nvPr/>
        </p:nvCxnSpPr>
        <p:spPr>
          <a:xfrm>
            <a:off x="7718792" y="2835937"/>
            <a:ext cx="1532405" cy="0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AFC6C97C-0C5E-4E9F-BF88-14A3622D66BB}"/>
              </a:ext>
            </a:extLst>
          </p:cNvPr>
          <p:cNvCxnSpPr>
            <a:cxnSpLocks/>
            <a:stCxn id="59" idx="6"/>
            <a:endCxn id="5" idx="6"/>
          </p:cNvCxnSpPr>
          <p:nvPr/>
        </p:nvCxnSpPr>
        <p:spPr>
          <a:xfrm flipH="1" flipV="1">
            <a:off x="6475975" y="1227170"/>
            <a:ext cx="3886582" cy="1608767"/>
          </a:xfrm>
          <a:prstGeom prst="curvedConnector3">
            <a:avLst>
              <a:gd name="adj1" fmla="val -5882"/>
            </a:avLst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74F8DF5-3603-4A93-ABFF-A92577B9AC1F}"/>
                  </a:ext>
                </a:extLst>
              </p:cNvPr>
              <p:cNvSpPr txBox="1"/>
              <p:nvPr/>
            </p:nvSpPr>
            <p:spPr>
              <a:xfrm>
                <a:off x="8543731" y="1562994"/>
                <a:ext cx="11242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𝑤𝑎𝑛𝑡𝐶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74F8DF5-3603-4A93-ABFF-A92577B9A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731" y="1562994"/>
                <a:ext cx="1124219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B0000B9-84ED-4DC3-986F-EC80B98A641F}"/>
              </a:ext>
            </a:extLst>
          </p:cNvPr>
          <p:cNvCxnSpPr>
            <a:cxnSpLocks/>
            <a:stCxn id="7" idx="4"/>
            <a:endCxn id="56" idx="1"/>
          </p:cNvCxnSpPr>
          <p:nvPr/>
        </p:nvCxnSpPr>
        <p:spPr>
          <a:xfrm>
            <a:off x="1791903" y="3218644"/>
            <a:ext cx="1066156" cy="1193108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A2BA19-EFF4-42D6-96CF-FDDAA87058AC}"/>
              </a:ext>
            </a:extLst>
          </p:cNvPr>
          <p:cNvCxnSpPr>
            <a:cxnSpLocks/>
            <a:stCxn id="59" idx="4"/>
            <a:endCxn id="58" idx="7"/>
          </p:cNvCxnSpPr>
          <p:nvPr/>
        </p:nvCxnSpPr>
        <p:spPr>
          <a:xfrm flipH="1">
            <a:off x="8535924" y="3207701"/>
            <a:ext cx="1270953" cy="1204051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F005624-03FE-42C1-A52A-43CEC3244499}"/>
              </a:ext>
            </a:extLst>
          </p:cNvPr>
          <p:cNvCxnSpPr>
            <a:cxnSpLocks/>
            <a:stCxn id="56" idx="5"/>
            <a:endCxn id="57" idx="1"/>
          </p:cNvCxnSpPr>
          <p:nvPr/>
        </p:nvCxnSpPr>
        <p:spPr>
          <a:xfrm>
            <a:off x="3751226" y="4937506"/>
            <a:ext cx="1611169" cy="783879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6112FE9-0403-4B96-A6B5-280F5AB71078}"/>
              </a:ext>
            </a:extLst>
          </p:cNvPr>
          <p:cNvCxnSpPr>
            <a:cxnSpLocks/>
            <a:stCxn id="58" idx="3"/>
            <a:endCxn id="57" idx="7"/>
          </p:cNvCxnSpPr>
          <p:nvPr/>
        </p:nvCxnSpPr>
        <p:spPr>
          <a:xfrm flipH="1">
            <a:off x="6266586" y="4937506"/>
            <a:ext cx="1365147" cy="783879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722474F4-E86F-4534-9081-9754798D4A23}"/>
              </a:ext>
            </a:extLst>
          </p:cNvPr>
          <p:cNvCxnSpPr>
            <a:cxnSpLocks/>
            <a:stCxn id="57" idx="2"/>
            <a:endCxn id="7" idx="3"/>
          </p:cNvCxnSpPr>
          <p:nvPr/>
        </p:nvCxnSpPr>
        <p:spPr>
          <a:xfrm rot="10800000">
            <a:off x="1339807" y="3109758"/>
            <a:ext cx="3835324" cy="2874505"/>
          </a:xfrm>
          <a:prstGeom prst="curvedConnector2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Connector: Curved 101">
            <a:extLst>
              <a:ext uri="{FF2B5EF4-FFF2-40B4-BE49-F238E27FC236}">
                <a16:creationId xmlns:a16="http://schemas.microsoft.com/office/drawing/2014/main" id="{67E71A3C-FF80-4E03-A98D-AF6DB7C46538}"/>
              </a:ext>
            </a:extLst>
          </p:cNvPr>
          <p:cNvCxnSpPr>
            <a:cxnSpLocks/>
            <a:stCxn id="57" idx="6"/>
            <a:endCxn id="59" idx="5"/>
          </p:cNvCxnSpPr>
          <p:nvPr/>
        </p:nvCxnSpPr>
        <p:spPr>
          <a:xfrm flipV="1">
            <a:off x="6453850" y="3098814"/>
            <a:ext cx="3745952" cy="2885448"/>
          </a:xfrm>
          <a:prstGeom prst="curvedConnector2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D119D7E-3072-421A-BD07-A300B6249921}"/>
              </a:ext>
            </a:extLst>
          </p:cNvPr>
          <p:cNvCxnSpPr>
            <a:cxnSpLocks/>
            <a:stCxn id="41" idx="6"/>
            <a:endCxn id="58" idx="2"/>
          </p:cNvCxnSpPr>
          <p:nvPr/>
        </p:nvCxnSpPr>
        <p:spPr>
          <a:xfrm>
            <a:off x="6467611" y="4191554"/>
            <a:ext cx="976858" cy="483075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D99BDD70-5146-413E-8C65-47E0EC164F43}"/>
              </a:ext>
            </a:extLst>
          </p:cNvPr>
          <p:cNvCxnSpPr>
            <a:cxnSpLocks/>
            <a:stCxn id="41" idx="2"/>
            <a:endCxn id="56" idx="6"/>
          </p:cNvCxnSpPr>
          <p:nvPr/>
        </p:nvCxnSpPr>
        <p:spPr>
          <a:xfrm flipH="1">
            <a:off x="3936207" y="4191554"/>
            <a:ext cx="1252685" cy="483075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E223112-2CF1-4951-93FC-4FAAE40D9959}"/>
                  </a:ext>
                </a:extLst>
              </p:cNvPr>
              <p:cNvSpPr txBox="1"/>
              <p:nvPr/>
            </p:nvSpPr>
            <p:spPr>
              <a:xfrm>
                <a:off x="1869152" y="5444386"/>
                <a:ext cx="11242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𝑤𝑎𝑛𝑡𝐶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E223112-2CF1-4951-93FC-4FAAE40D9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152" y="5444386"/>
                <a:ext cx="1124218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AC22527-AFC3-4AEF-8FD7-AAD70DFCAF9F}"/>
                  </a:ext>
                </a:extLst>
              </p:cNvPr>
              <p:cNvSpPr txBox="1"/>
              <p:nvPr/>
            </p:nvSpPr>
            <p:spPr>
              <a:xfrm>
                <a:off x="8607496" y="5444386"/>
                <a:ext cx="11278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𝑤𝑎𝑛𝑡𝐶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AC22527-AFC3-4AEF-8FD7-AAD70DFCA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496" y="5444386"/>
                <a:ext cx="1127808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93736F7-8ACF-49F6-853E-06854F67AD34}"/>
                  </a:ext>
                </a:extLst>
              </p:cNvPr>
              <p:cNvSpPr txBox="1"/>
              <p:nvPr/>
            </p:nvSpPr>
            <p:spPr>
              <a:xfrm>
                <a:off x="4684426" y="3161599"/>
                <a:ext cx="10815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𝑤𝑎𝑛𝑡𝐶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≔1;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𝑡𝑢𝑟𝑛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93736F7-8ACF-49F6-853E-06854F67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426" y="3161599"/>
                <a:ext cx="1081515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E9F10CB-4BBB-467A-B03B-6DDB97F3F09F}"/>
                  </a:ext>
                </a:extLst>
              </p:cNvPr>
              <p:cNvSpPr txBox="1"/>
              <p:nvPr/>
            </p:nvSpPr>
            <p:spPr>
              <a:xfrm>
                <a:off x="5863040" y="3187400"/>
                <a:ext cx="112627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𝑤𝑎𝑛𝑡𝐶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≔1;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𝑡𝑢𝑟𝑛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E9F10CB-4BBB-467A-B03B-6DDB97F3F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040" y="3187400"/>
                <a:ext cx="1126270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E7CADFE2-2042-43C9-B8A5-601A3D8A607B}"/>
                  </a:ext>
                </a:extLst>
              </p:cNvPr>
              <p:cNvSpPr txBox="1"/>
              <p:nvPr/>
            </p:nvSpPr>
            <p:spPr>
              <a:xfrm>
                <a:off x="4326383" y="4981938"/>
                <a:ext cx="125079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𝑤𝑎𝑛𝑡𝐶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𝑡𝑢𝑟𝑛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E7CADFE2-2042-43C9-B8A5-601A3D8A6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383" y="4981938"/>
                <a:ext cx="1250792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FAE9C48-8B07-4537-96F3-12266B2C3B7C}"/>
                  </a:ext>
                </a:extLst>
              </p:cNvPr>
              <p:cNvSpPr txBox="1"/>
              <p:nvPr/>
            </p:nvSpPr>
            <p:spPr>
              <a:xfrm>
                <a:off x="5921683" y="4981938"/>
                <a:ext cx="125406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𝑤𝑎𝑛𝑡𝐶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𝑡𝑢𝑟𝑛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FAE9C48-8B07-4537-96F3-12266B2C3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683" y="4981938"/>
                <a:ext cx="1254061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FCF9C898-541F-4802-B8C4-BD74C6DA73FD}"/>
                  </a:ext>
                </a:extLst>
              </p:cNvPr>
              <p:cNvSpPr txBox="1"/>
              <p:nvPr/>
            </p:nvSpPr>
            <p:spPr>
              <a:xfrm>
                <a:off x="2614354" y="2430223"/>
                <a:ext cx="125406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𝑤𝑎𝑛𝑡𝐶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𝑡𝑢𝑟𝑛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FCF9C898-541F-4802-B8C4-BD74C6DA7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354" y="2430223"/>
                <a:ext cx="1254061" cy="43088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0DBFFAF-FEB8-4B04-82AE-403043B3A4AA}"/>
                  </a:ext>
                </a:extLst>
              </p:cNvPr>
              <p:cNvSpPr txBox="1"/>
              <p:nvPr/>
            </p:nvSpPr>
            <p:spPr>
              <a:xfrm>
                <a:off x="7850249" y="2405050"/>
                <a:ext cx="125079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𝑤𝑎𝑛𝑡𝐶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𝑡𝑢𝑟𝑛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0DBFFAF-FEB8-4B04-82AE-403043B3A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249" y="2405050"/>
                <a:ext cx="1250792" cy="43088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Footer Placeholder 134">
            <a:extLst>
              <a:ext uri="{FF2B5EF4-FFF2-40B4-BE49-F238E27FC236}">
                <a16:creationId xmlns:a16="http://schemas.microsoft.com/office/drawing/2014/main" id="{35019DE2-F9E0-4209-BD14-D1F0AA27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136" name="Slide Number Placeholder 135">
            <a:extLst>
              <a:ext uri="{FF2B5EF4-FFF2-40B4-BE49-F238E27FC236}">
                <a16:creationId xmlns:a16="http://schemas.microsoft.com/office/drawing/2014/main" id="{59ACCA80-5DEB-46C3-9394-3C15E4D1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34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C2E3F9F-F6CA-12E9-5BDA-E446250617F9}"/>
                  </a:ext>
                </a:extLst>
              </p14:cNvPr>
              <p14:cNvContentPartPr/>
              <p14:nvPr/>
            </p14:nvContentPartPr>
            <p14:xfrm>
              <a:off x="3488400" y="726120"/>
              <a:ext cx="4624200" cy="6021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C2E3F9F-F6CA-12E9-5BDA-E446250617F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479040" y="716760"/>
                <a:ext cx="4642920" cy="603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3208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C9B9671-6487-4369-B4C3-F0628ACFDB2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66681" y="111878"/>
                <a:ext cx="10920419" cy="743528"/>
              </a:xfrm>
            </p:spPr>
            <p:txBody>
              <a:bodyPr/>
              <a:lstStyle/>
              <a:p>
                <a:r>
                  <a:rPr lang="en-US" b="0" dirty="0"/>
                  <a:t>Constructing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C9B9671-6487-4369-B4C3-F0628ACFD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66681" y="111878"/>
                <a:ext cx="10920419" cy="743528"/>
              </a:xfrm>
              <a:blipFill>
                <a:blip r:embed="rId2"/>
                <a:stretch>
                  <a:fillRect l="-1395" t="-1639" b="-1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8B6078F-7D77-458A-AC04-F260715B4ECC}"/>
                  </a:ext>
                </a:extLst>
              </p:cNvPr>
              <p:cNvSpPr/>
              <p:nvPr/>
            </p:nvSpPr>
            <p:spPr>
              <a:xfrm>
                <a:off x="2125938" y="1763300"/>
                <a:ext cx="1300843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8B6078F-7D77-458A-AC04-F260715B4E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938" y="1763300"/>
                <a:ext cx="1300843" cy="74352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9FAF7DB-8801-4373-8309-E99A6440B718}"/>
              </a:ext>
            </a:extLst>
          </p:cNvPr>
          <p:cNvCxnSpPr>
            <a:cxnSpLocks/>
            <a:stCxn id="5" idx="3"/>
            <a:endCxn id="37" idx="0"/>
          </p:cNvCxnSpPr>
          <p:nvPr/>
        </p:nvCxnSpPr>
        <p:spPr>
          <a:xfrm flipH="1">
            <a:off x="1470153" y="2397941"/>
            <a:ext cx="846289" cy="1013529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0BC39C0-E3BE-4E8F-81FA-616686FC83DC}"/>
                  </a:ext>
                </a:extLst>
              </p:cNvPr>
              <p:cNvSpPr/>
              <p:nvPr/>
            </p:nvSpPr>
            <p:spPr>
              <a:xfrm>
                <a:off x="914473" y="3411470"/>
                <a:ext cx="1111360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0BC39C0-E3BE-4E8F-81FA-616686FC8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73" y="3411470"/>
                <a:ext cx="1111360" cy="74352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6435F81-502D-4FA6-8894-9FA26A7953B3}"/>
                  </a:ext>
                </a:extLst>
              </p:cNvPr>
              <p:cNvSpPr/>
              <p:nvPr/>
            </p:nvSpPr>
            <p:spPr>
              <a:xfrm>
                <a:off x="3558238" y="3372067"/>
                <a:ext cx="1111360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6435F81-502D-4FA6-8894-9FA26A7953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238" y="3372067"/>
                <a:ext cx="1111360" cy="74352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601782F-D679-4FB9-9AFD-77F425E1F99D}"/>
              </a:ext>
            </a:extLst>
          </p:cNvPr>
          <p:cNvCxnSpPr>
            <a:cxnSpLocks/>
            <a:stCxn id="5" idx="5"/>
            <a:endCxn id="38" idx="0"/>
          </p:cNvCxnSpPr>
          <p:nvPr/>
        </p:nvCxnSpPr>
        <p:spPr>
          <a:xfrm>
            <a:off x="3236277" y="2397941"/>
            <a:ext cx="877641" cy="974126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A8E8887-A4C3-494B-9217-5BBB3308F7B8}"/>
                  </a:ext>
                </a:extLst>
              </p:cNvPr>
              <p:cNvSpPr txBox="1"/>
              <p:nvPr/>
            </p:nvSpPr>
            <p:spPr>
              <a:xfrm>
                <a:off x="3582485" y="2526464"/>
                <a:ext cx="10815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𝑤𝑎𝑛𝑡𝐶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≔1;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𝑡𝑢𝑟𝑛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A8E8887-A4C3-494B-9217-5BBB3308F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485" y="2526464"/>
                <a:ext cx="108151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1ADC90B-02DE-4D5D-A3A9-BB0D5C69B1CF}"/>
                  </a:ext>
                </a:extLst>
              </p:cNvPr>
              <p:cNvSpPr/>
              <p:nvPr/>
            </p:nvSpPr>
            <p:spPr>
              <a:xfrm>
                <a:off x="2139698" y="4725793"/>
                <a:ext cx="1278719" cy="74731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1ADC90B-02DE-4D5D-A3A9-BB0D5C69B1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698" y="4725793"/>
                <a:ext cx="1278719" cy="74731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8D3E382-959F-4326-BB87-C6846BF530F0}"/>
              </a:ext>
            </a:extLst>
          </p:cNvPr>
          <p:cNvCxnSpPr>
            <a:cxnSpLocks/>
            <a:stCxn id="37" idx="4"/>
            <a:endCxn id="41" idx="1"/>
          </p:cNvCxnSpPr>
          <p:nvPr/>
        </p:nvCxnSpPr>
        <p:spPr>
          <a:xfrm>
            <a:off x="1470153" y="4154998"/>
            <a:ext cx="856809" cy="680236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45AEE4A-D057-4BA7-BB07-F713072E4E80}"/>
              </a:ext>
            </a:extLst>
          </p:cNvPr>
          <p:cNvCxnSpPr>
            <a:cxnSpLocks/>
            <a:stCxn id="38" idx="4"/>
            <a:endCxn id="41" idx="7"/>
          </p:cNvCxnSpPr>
          <p:nvPr/>
        </p:nvCxnSpPr>
        <p:spPr>
          <a:xfrm flipH="1">
            <a:off x="3231153" y="4115595"/>
            <a:ext cx="882765" cy="719639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93736F7-8ACF-49F6-853E-06854F67AD34}"/>
                  </a:ext>
                </a:extLst>
              </p:cNvPr>
              <p:cNvSpPr txBox="1"/>
              <p:nvPr/>
            </p:nvSpPr>
            <p:spPr>
              <a:xfrm>
                <a:off x="1635232" y="4069493"/>
                <a:ext cx="10815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𝑤𝑎𝑛𝑡𝐶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≔1;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𝑡𝑢𝑟𝑛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93736F7-8ACF-49F6-853E-06854F67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232" y="4069493"/>
                <a:ext cx="1081515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E9F10CB-4BBB-467A-B03B-6DDB97F3F09F}"/>
                  </a:ext>
                </a:extLst>
              </p:cNvPr>
              <p:cNvSpPr txBox="1"/>
              <p:nvPr/>
            </p:nvSpPr>
            <p:spPr>
              <a:xfrm>
                <a:off x="2813846" y="4095294"/>
                <a:ext cx="112627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𝑤𝑎𝑛𝑡𝐶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≔1;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𝑡𝑢𝑟𝑛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≔1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E9F10CB-4BBB-467A-B03B-6DDB97F3F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846" y="4095294"/>
                <a:ext cx="112627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33DE2EE-4861-4FBB-8258-8A8FDEB3AF3C}"/>
                  </a:ext>
                </a:extLst>
              </p:cNvPr>
              <p:cNvSpPr txBox="1"/>
              <p:nvPr/>
            </p:nvSpPr>
            <p:spPr>
              <a:xfrm>
                <a:off x="927761" y="2519979"/>
                <a:ext cx="108478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𝑤𝑎𝑛𝑡𝐶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≔1;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𝑡𝑢𝑟𝑛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≔1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33DE2EE-4861-4FBB-8258-8A8FDEB3A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61" y="2519979"/>
                <a:ext cx="1084784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988DE0E-F6C4-4CAB-94E1-707BEC4FC54A}"/>
                  </a:ext>
                </a:extLst>
              </p:cNvPr>
              <p:cNvSpPr/>
              <p:nvPr/>
            </p:nvSpPr>
            <p:spPr>
              <a:xfrm>
                <a:off x="6388214" y="1742804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,0,0,1⟩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988DE0E-F6C4-4CAB-94E1-707BEC4FC5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214" y="1742804"/>
                <a:ext cx="1616528" cy="74352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E1DF36-3E07-4628-9793-7E93B3236A98}"/>
                  </a:ext>
                </a:extLst>
              </p:cNvPr>
              <p:cNvSpPr txBox="1"/>
              <p:nvPr/>
            </p:nvSpPr>
            <p:spPr>
              <a:xfrm>
                <a:off x="6752292" y="97499"/>
                <a:ext cx="4489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𝑤𝑎𝑛𝑡𝐶𝑆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𝑤𝑎𝑛𝑡𝐶𝑆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𝑡𝑢𝑟𝑛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E1DF36-3E07-4628-9793-7E93B3236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92" y="97499"/>
                <a:ext cx="4489499" cy="369332"/>
              </a:xfrm>
              <a:prstGeom prst="rect">
                <a:avLst/>
              </a:prstGeom>
              <a:blipFill>
                <a:blip r:embed="rId12"/>
                <a:stretch>
                  <a:fillRect l="-122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8D408FA-7493-46AB-BB35-0C505F621B35}"/>
                  </a:ext>
                </a:extLst>
              </p:cNvPr>
              <p:cNvSpPr/>
              <p:nvPr/>
            </p:nvSpPr>
            <p:spPr>
              <a:xfrm>
                <a:off x="6388214" y="3224596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1,0,1⟩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8D408FA-7493-46AB-BB35-0C505F621B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214" y="3224596"/>
                <a:ext cx="1616528" cy="74352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FE5A56-56F1-4E97-A1C0-5502E9EF80B0}"/>
              </a:ext>
            </a:extLst>
          </p:cNvPr>
          <p:cNvCxnSpPr>
            <a:cxnSpLocks/>
            <a:stCxn id="45" idx="4"/>
            <a:endCxn id="46" idx="0"/>
          </p:cNvCxnSpPr>
          <p:nvPr/>
        </p:nvCxnSpPr>
        <p:spPr>
          <a:xfrm>
            <a:off x="7196478" y="2486332"/>
            <a:ext cx="0" cy="7382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DCC8C5B-99F5-4478-9DA4-B3524E487552}"/>
                  </a:ext>
                </a:extLst>
              </p:cNvPr>
              <p:cNvSpPr/>
              <p:nvPr/>
            </p:nvSpPr>
            <p:spPr>
              <a:xfrm>
                <a:off x="9691688" y="3276827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,0,1,0⟩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DCC8C5B-99F5-4478-9DA4-B3524E4875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688" y="3276827"/>
                <a:ext cx="1616528" cy="74352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941ED6F-6CA5-469B-89F7-EE9A85B12449}"/>
              </a:ext>
            </a:extLst>
          </p:cNvPr>
          <p:cNvCxnSpPr>
            <a:cxnSpLocks/>
            <a:stCxn id="45" idx="5"/>
            <a:endCxn id="49" idx="0"/>
          </p:cNvCxnSpPr>
          <p:nvPr/>
        </p:nvCxnSpPr>
        <p:spPr>
          <a:xfrm>
            <a:off x="7768007" y="2377445"/>
            <a:ext cx="2731945" cy="8993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AA71031-9075-419F-922D-555D7BFF1BC4}"/>
                  </a:ext>
                </a:extLst>
              </p:cNvPr>
              <p:cNvSpPr/>
              <p:nvPr/>
            </p:nvSpPr>
            <p:spPr>
              <a:xfrm>
                <a:off x="6388214" y="4765628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,1,1,0⟩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AA71031-9075-419F-922D-555D7BFF1B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214" y="4765628"/>
                <a:ext cx="1616528" cy="74352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B5DFF548-A2EE-492A-8675-218DFB82E120}"/>
                  </a:ext>
                </a:extLst>
              </p:cNvPr>
              <p:cNvSpPr/>
              <p:nvPr/>
            </p:nvSpPr>
            <p:spPr>
              <a:xfrm>
                <a:off x="9691688" y="1742804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,0,0,0⟩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B5DFF548-A2EE-492A-8675-218DFB82E1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688" y="1742804"/>
                <a:ext cx="1616528" cy="743528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A5E73F9-70A1-4397-8EB8-10AFD763BC07}"/>
              </a:ext>
            </a:extLst>
          </p:cNvPr>
          <p:cNvCxnSpPr>
            <a:cxnSpLocks/>
            <a:stCxn id="55" idx="3"/>
            <a:endCxn id="46" idx="0"/>
          </p:cNvCxnSpPr>
          <p:nvPr/>
        </p:nvCxnSpPr>
        <p:spPr>
          <a:xfrm flipH="1">
            <a:off x="7196478" y="2377445"/>
            <a:ext cx="2731945" cy="847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D110B33-5F34-431D-845F-70877E1B4140}"/>
              </a:ext>
            </a:extLst>
          </p:cNvPr>
          <p:cNvCxnSpPr>
            <a:cxnSpLocks/>
            <a:stCxn id="55" idx="4"/>
            <a:endCxn id="49" idx="0"/>
          </p:cNvCxnSpPr>
          <p:nvPr/>
        </p:nvCxnSpPr>
        <p:spPr>
          <a:xfrm>
            <a:off x="10499952" y="2486332"/>
            <a:ext cx="0" cy="7904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5805725-D63B-48C3-8BA2-D7F1380AD251}"/>
              </a:ext>
            </a:extLst>
          </p:cNvPr>
          <p:cNvCxnSpPr>
            <a:cxnSpLocks/>
            <a:stCxn id="46" idx="4"/>
            <a:endCxn id="54" idx="0"/>
          </p:cNvCxnSpPr>
          <p:nvPr/>
        </p:nvCxnSpPr>
        <p:spPr>
          <a:xfrm>
            <a:off x="7196478" y="3968124"/>
            <a:ext cx="0" cy="7975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B1BB62EA-43C8-4630-8383-596DDC68C2FC}"/>
                  </a:ext>
                </a:extLst>
              </p:cNvPr>
              <p:cNvSpPr/>
              <p:nvPr/>
            </p:nvSpPr>
            <p:spPr>
              <a:xfrm>
                <a:off x="9691688" y="4739827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,1,1,1⟩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B1BB62EA-43C8-4630-8383-596DDC68C2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688" y="4739827"/>
                <a:ext cx="1616528" cy="74352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27F6DA9-4992-4E2C-9B97-EBE111F22161}"/>
              </a:ext>
            </a:extLst>
          </p:cNvPr>
          <p:cNvCxnSpPr>
            <a:cxnSpLocks/>
            <a:stCxn id="49" idx="4"/>
            <a:endCxn id="79" idx="0"/>
          </p:cNvCxnSpPr>
          <p:nvPr/>
        </p:nvCxnSpPr>
        <p:spPr>
          <a:xfrm>
            <a:off x="10499952" y="4020355"/>
            <a:ext cx="0" cy="7194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07A858F-8603-4A31-B822-5980C6A7ECAF}"/>
              </a:ext>
            </a:extLst>
          </p:cNvPr>
          <p:cNvCxnSpPr>
            <a:cxnSpLocks/>
            <a:stCxn id="46" idx="5"/>
            <a:endCxn id="79" idx="0"/>
          </p:cNvCxnSpPr>
          <p:nvPr/>
        </p:nvCxnSpPr>
        <p:spPr>
          <a:xfrm>
            <a:off x="7768007" y="3859237"/>
            <a:ext cx="2731945" cy="880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72E6F22-2C63-4FA3-8ACE-2F516F70FB7B}"/>
              </a:ext>
            </a:extLst>
          </p:cNvPr>
          <p:cNvCxnSpPr>
            <a:cxnSpLocks/>
            <a:stCxn id="49" idx="3"/>
            <a:endCxn id="54" idx="0"/>
          </p:cNvCxnSpPr>
          <p:nvPr/>
        </p:nvCxnSpPr>
        <p:spPr>
          <a:xfrm flipH="1">
            <a:off x="7196478" y="3911468"/>
            <a:ext cx="2731945" cy="8541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CE46579-1F0E-4015-9B01-2F3BAEC29821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6096000" y="1742804"/>
            <a:ext cx="292214" cy="3717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2B996C1-D8EC-4BA3-8899-3909A498A89F}"/>
              </a:ext>
            </a:extLst>
          </p:cNvPr>
          <p:cNvCxnSpPr>
            <a:cxnSpLocks/>
            <a:endCxn id="55" idx="2"/>
          </p:cNvCxnSpPr>
          <p:nvPr/>
        </p:nvCxnSpPr>
        <p:spPr>
          <a:xfrm>
            <a:off x="9399474" y="1727247"/>
            <a:ext cx="292214" cy="3873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ooter Placeholder 70">
            <a:extLst>
              <a:ext uri="{FF2B5EF4-FFF2-40B4-BE49-F238E27FC236}">
                <a16:creationId xmlns:a16="http://schemas.microsoft.com/office/drawing/2014/main" id="{B31C51E4-5D15-4792-BD8C-31E1263AB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74" name="Slide Number Placeholder 73">
            <a:extLst>
              <a:ext uri="{FF2B5EF4-FFF2-40B4-BE49-F238E27FC236}">
                <a16:creationId xmlns:a16="http://schemas.microsoft.com/office/drawing/2014/main" id="{E8319EAF-E31F-46FF-9240-E1586AC1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0110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E925FE-8E4F-4F24-BE94-C959A8B9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Interleaved Transition System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2CCE0F-F490-4D4A-A3F1-D5072808C7AA}"/>
              </a:ext>
            </a:extLst>
          </p:cNvPr>
          <p:cNvGrpSpPr/>
          <p:nvPr/>
        </p:nvGrpSpPr>
        <p:grpSpPr>
          <a:xfrm>
            <a:off x="212391" y="2114568"/>
            <a:ext cx="4940972" cy="2538127"/>
            <a:chOff x="45890" y="3029470"/>
            <a:chExt cx="6050110" cy="2538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AA87D11-6D49-43DF-A93E-5000ABAA9447}"/>
                    </a:ext>
                  </a:extLst>
                </p:cNvPr>
                <p:cNvSpPr txBox="1"/>
                <p:nvPr/>
              </p:nvSpPr>
              <p:spPr>
                <a:xfrm>
                  <a:off x="4025465" y="3192436"/>
                  <a:ext cx="125079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𝑤𝑎𝑛𝑡𝐶</m:t>
                            </m:r>
                            <m:sSub>
                              <m:sSub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oMath>
                    </m:oMathPara>
                  </a14:m>
                  <a:endParaRPr lang="en-US" sz="11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𝑡𝑢𝑟𝑛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AA87D11-6D49-43DF-A93E-5000ABAA9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5465" y="3192436"/>
                  <a:ext cx="1250792" cy="430887"/>
                </a:xfrm>
                <a:prstGeom prst="rect">
                  <a:avLst/>
                </a:prstGeom>
                <a:blipFill>
                  <a:blip r:embed="rId2"/>
                  <a:stretch>
                    <a:fillRect l="-595" r="-29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F549F7E6-591F-4BF0-A488-41532B7DEC2B}"/>
                    </a:ext>
                  </a:extLst>
                </p:cNvPr>
                <p:cNvSpPr/>
                <p:nvPr/>
              </p:nvSpPr>
              <p:spPr>
                <a:xfrm>
                  <a:off x="2561704" y="3029470"/>
                  <a:ext cx="1278719" cy="74731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F549F7E6-591F-4BF0-A488-41532B7DEC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1704" y="3029470"/>
                  <a:ext cx="1278719" cy="74731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83707BD-7C6A-4D7C-9FD1-C34B6F39DA21}"/>
                    </a:ext>
                  </a:extLst>
                </p:cNvPr>
                <p:cNvSpPr txBox="1"/>
                <p:nvPr/>
              </p:nvSpPr>
              <p:spPr>
                <a:xfrm>
                  <a:off x="1132339" y="3195437"/>
                  <a:ext cx="125406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𝑤𝑎𝑛𝑡𝐶</m:t>
                            </m:r>
                            <m:sSub>
                              <m:sSub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oMath>
                    </m:oMathPara>
                  </a14:m>
                  <a:endParaRPr lang="en-US" sz="11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𝑡𝑢𝑟𝑛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83707BD-7C6A-4D7C-9FD1-C34B6F39DA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339" y="3195437"/>
                  <a:ext cx="1254061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595" r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A817107-886C-43C7-A8C9-9A8713DABFC3}"/>
                    </a:ext>
                  </a:extLst>
                </p:cNvPr>
                <p:cNvSpPr/>
                <p:nvPr/>
              </p:nvSpPr>
              <p:spPr>
                <a:xfrm>
                  <a:off x="45890" y="3514436"/>
                  <a:ext cx="1263129" cy="743528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A817107-886C-43C7-A8C9-9A8713DABF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90" y="3514436"/>
                  <a:ext cx="1263129" cy="74352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89AFD5FE-3099-47B6-903F-F5AB5B4FE53B}"/>
                    </a:ext>
                  </a:extLst>
                </p:cNvPr>
                <p:cNvSpPr/>
                <p:nvPr/>
              </p:nvSpPr>
              <p:spPr>
                <a:xfrm>
                  <a:off x="2547943" y="4824069"/>
                  <a:ext cx="1278719" cy="743528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89AFD5FE-3099-47B6-903F-F5AB5B4FE5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7943" y="4824069"/>
                  <a:ext cx="1278719" cy="743528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DEBC84BA-CE53-40D3-8798-E211E14E91F1}"/>
                    </a:ext>
                  </a:extLst>
                </p:cNvPr>
                <p:cNvSpPr/>
                <p:nvPr/>
              </p:nvSpPr>
              <p:spPr>
                <a:xfrm>
                  <a:off x="4817281" y="3514436"/>
                  <a:ext cx="1278719" cy="743528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DEBC84BA-CE53-40D3-8798-E211E14E91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7281" y="3514436"/>
                  <a:ext cx="1278719" cy="743528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7BC7F66-8228-44D8-B5C2-89957EC240B9}"/>
                </a:ext>
              </a:extLst>
            </p:cNvPr>
            <p:cNvCxnSpPr>
              <a:cxnSpLocks/>
              <a:stCxn id="8" idx="5"/>
              <a:endCxn id="9" idx="1"/>
            </p:cNvCxnSpPr>
            <p:nvPr/>
          </p:nvCxnSpPr>
          <p:spPr>
            <a:xfrm>
              <a:off x="1124038" y="4149077"/>
              <a:ext cx="1611169" cy="783879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09CDB7B-CDE6-44FB-B55C-05741FBD23D2}"/>
                </a:ext>
              </a:extLst>
            </p:cNvPr>
            <p:cNvCxnSpPr>
              <a:cxnSpLocks/>
              <a:stCxn id="10" idx="3"/>
              <a:endCxn id="9" idx="7"/>
            </p:cNvCxnSpPr>
            <p:nvPr/>
          </p:nvCxnSpPr>
          <p:spPr>
            <a:xfrm flipH="1">
              <a:off x="3639398" y="4149077"/>
              <a:ext cx="1365147" cy="783879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E3D81CF-0A70-439B-B546-8EE23AEF36B4}"/>
                </a:ext>
              </a:extLst>
            </p:cNvPr>
            <p:cNvCxnSpPr>
              <a:cxnSpLocks/>
              <a:stCxn id="6" idx="6"/>
              <a:endCxn id="10" idx="2"/>
            </p:cNvCxnSpPr>
            <p:nvPr/>
          </p:nvCxnSpPr>
          <p:spPr>
            <a:xfrm>
              <a:off x="3840423" y="3403125"/>
              <a:ext cx="976858" cy="483075"/>
            </a:xfrm>
            <a:prstGeom prst="straightConnector1">
              <a:avLst/>
            </a:prstGeom>
            <a:ln w="12700">
              <a:prstDash val="dash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8273D81-E032-414D-BE0D-3B84DACB8380}"/>
                </a:ext>
              </a:extLst>
            </p:cNvPr>
            <p:cNvCxnSpPr>
              <a:cxnSpLocks/>
              <a:stCxn id="6" idx="2"/>
              <a:endCxn id="8" idx="6"/>
            </p:cNvCxnSpPr>
            <p:nvPr/>
          </p:nvCxnSpPr>
          <p:spPr>
            <a:xfrm flipH="1">
              <a:off x="1309019" y="3403125"/>
              <a:ext cx="1252685" cy="483075"/>
            </a:xfrm>
            <a:prstGeom prst="straightConnector1">
              <a:avLst/>
            </a:prstGeom>
            <a:ln w="12700">
              <a:prstDash val="dash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81CC1B5-2B43-4F45-A1AA-2BA29E8AD25B}"/>
                    </a:ext>
                  </a:extLst>
                </p:cNvPr>
                <p:cNvSpPr txBox="1"/>
                <p:nvPr/>
              </p:nvSpPr>
              <p:spPr>
                <a:xfrm>
                  <a:off x="3171353" y="4130305"/>
                  <a:ext cx="158636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𝑤𝑎𝑛𝑡𝐶</m:t>
                            </m:r>
                            <m:sSub>
                              <m:sSub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oMath>
                    </m:oMathPara>
                  </a14:m>
                  <a:endParaRPr lang="en-US" sz="11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𝑡𝑢𝑟𝑛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81CC1B5-2B43-4F45-A1AA-2BA29E8AD2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1353" y="4130305"/>
                  <a:ext cx="1586368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F5C7591-F4A4-4F98-BB13-BCD2A4369BAC}"/>
                    </a:ext>
                  </a:extLst>
                </p:cNvPr>
                <p:cNvSpPr txBox="1"/>
                <p:nvPr/>
              </p:nvSpPr>
              <p:spPr>
                <a:xfrm>
                  <a:off x="1533406" y="4104461"/>
                  <a:ext cx="158636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𝑤𝑎𝑛𝑡𝐶</m:t>
                            </m:r>
                            <m:sSub>
                              <m:sSub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oMath>
                    </m:oMathPara>
                  </a14:m>
                  <a:endParaRPr lang="en-US" sz="11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𝑡𝑢𝑟𝑛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F5C7591-F4A4-4F98-BB13-BCD2A4369B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406" y="4104461"/>
                  <a:ext cx="1586368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A25ED51-86EF-444F-821A-BB0AF58C9C61}"/>
                  </a:ext>
                </a:extLst>
              </p:cNvPr>
              <p:cNvSpPr/>
              <p:nvPr/>
            </p:nvSpPr>
            <p:spPr>
              <a:xfrm>
                <a:off x="6437474" y="983719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,0,0,1⟩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A25ED51-86EF-444F-821A-BB0AF58C9C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474" y="983719"/>
                <a:ext cx="1616528" cy="743528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F99151-EF2B-46D3-A4F2-B588278899EA}"/>
                  </a:ext>
                </a:extLst>
              </p:cNvPr>
              <p:cNvSpPr txBox="1"/>
              <p:nvPr/>
            </p:nvSpPr>
            <p:spPr>
              <a:xfrm>
                <a:off x="728174" y="835414"/>
                <a:ext cx="4489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𝑤𝑎𝑛𝑡𝐶𝑆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𝑤𝑎𝑛𝑡𝐶𝑆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𝑡𝑢𝑟𝑛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F99151-EF2B-46D3-A4F2-B58827889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74" y="835414"/>
                <a:ext cx="4489499" cy="369332"/>
              </a:xfrm>
              <a:prstGeom prst="rect">
                <a:avLst/>
              </a:prstGeom>
              <a:blipFill>
                <a:blip r:embed="rId11"/>
                <a:stretch>
                  <a:fillRect l="-108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9A58FF2-B20B-4650-AFD8-009601AE53A9}"/>
                  </a:ext>
                </a:extLst>
              </p:cNvPr>
              <p:cNvSpPr/>
              <p:nvPr/>
            </p:nvSpPr>
            <p:spPr>
              <a:xfrm>
                <a:off x="6437474" y="2218002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1,0,1⟩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9A58FF2-B20B-4650-AFD8-009601AE53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474" y="2218002"/>
                <a:ext cx="1616528" cy="74352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E8D16C-E220-43C0-854B-B765C0BAF152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>
          <a:xfrm>
            <a:off x="7245738" y="1727247"/>
            <a:ext cx="0" cy="4907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63658B5-A59B-413F-8B55-733581297B1E}"/>
                  </a:ext>
                </a:extLst>
              </p:cNvPr>
              <p:cNvSpPr/>
              <p:nvPr/>
            </p:nvSpPr>
            <p:spPr>
              <a:xfrm>
                <a:off x="9740948" y="2270233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,0,1,0⟩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63658B5-A59B-413F-8B55-733581297B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948" y="2270233"/>
                <a:ext cx="1616528" cy="74352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BB1325-21ED-4521-97C0-77429395B833}"/>
              </a:ext>
            </a:extLst>
          </p:cNvPr>
          <p:cNvCxnSpPr>
            <a:cxnSpLocks/>
            <a:stCxn id="21" idx="5"/>
            <a:endCxn id="25" idx="0"/>
          </p:cNvCxnSpPr>
          <p:nvPr/>
        </p:nvCxnSpPr>
        <p:spPr>
          <a:xfrm>
            <a:off x="7817267" y="1618360"/>
            <a:ext cx="2731945" cy="651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7BD0CAD-9F2D-481F-A558-752F0AE99FBC}"/>
                  </a:ext>
                </a:extLst>
              </p:cNvPr>
              <p:cNvSpPr/>
              <p:nvPr/>
            </p:nvSpPr>
            <p:spPr>
              <a:xfrm>
                <a:off x="6430605" y="3459640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</m:t>
                      </m:r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7BD0CAD-9F2D-481F-A558-752F0AE99F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605" y="3459640"/>
                <a:ext cx="1616528" cy="74352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D33D76B-2135-439B-BAD9-98D209B642EB}"/>
                  </a:ext>
                </a:extLst>
              </p:cNvPr>
              <p:cNvSpPr/>
              <p:nvPr/>
            </p:nvSpPr>
            <p:spPr>
              <a:xfrm>
                <a:off x="9740948" y="983719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,0,0,0⟩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D33D76B-2135-439B-BAD9-98D209B642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948" y="983719"/>
                <a:ext cx="1616528" cy="74352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736C150-E0EF-4CC3-BE7D-2A4C1A13052B}"/>
              </a:ext>
            </a:extLst>
          </p:cNvPr>
          <p:cNvCxnSpPr>
            <a:cxnSpLocks/>
            <a:stCxn id="28" idx="3"/>
            <a:endCxn id="23" idx="0"/>
          </p:cNvCxnSpPr>
          <p:nvPr/>
        </p:nvCxnSpPr>
        <p:spPr>
          <a:xfrm flipH="1">
            <a:off x="7245738" y="1618360"/>
            <a:ext cx="2731945" cy="5996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11D8B82-D676-4440-9967-B4C3A5BAE0FF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10549212" y="1727247"/>
            <a:ext cx="0" cy="5429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0EFB50-D558-4A09-9239-AE3AE82781E2}"/>
              </a:ext>
            </a:extLst>
          </p:cNvPr>
          <p:cNvCxnSpPr>
            <a:cxnSpLocks/>
            <a:stCxn id="23" idx="4"/>
            <a:endCxn id="27" idx="0"/>
          </p:cNvCxnSpPr>
          <p:nvPr/>
        </p:nvCxnSpPr>
        <p:spPr>
          <a:xfrm flipH="1">
            <a:off x="7238869" y="2961530"/>
            <a:ext cx="6869" cy="4981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6496A9A-6814-4653-A0DD-D4E8F562D2D0}"/>
                  </a:ext>
                </a:extLst>
              </p:cNvPr>
              <p:cNvSpPr/>
              <p:nvPr/>
            </p:nvSpPr>
            <p:spPr>
              <a:xfrm>
                <a:off x="9734079" y="3433839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</m:t>
                      </m:r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6496A9A-6814-4653-A0DD-D4E8F562D2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079" y="3433839"/>
                <a:ext cx="1616528" cy="743528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81F5259-C738-42D1-8AE4-CE43D5684A72}"/>
              </a:ext>
            </a:extLst>
          </p:cNvPr>
          <p:cNvCxnSpPr>
            <a:cxnSpLocks/>
            <a:stCxn id="25" idx="4"/>
            <a:endCxn id="32" idx="0"/>
          </p:cNvCxnSpPr>
          <p:nvPr/>
        </p:nvCxnSpPr>
        <p:spPr>
          <a:xfrm flipH="1">
            <a:off x="10542343" y="3013761"/>
            <a:ext cx="6869" cy="4200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3A20E6A-EFEA-4ECF-8677-7BBFEC3762EF}"/>
              </a:ext>
            </a:extLst>
          </p:cNvPr>
          <p:cNvCxnSpPr>
            <a:cxnSpLocks/>
            <a:stCxn id="23" idx="5"/>
            <a:endCxn id="32" idx="0"/>
          </p:cNvCxnSpPr>
          <p:nvPr/>
        </p:nvCxnSpPr>
        <p:spPr>
          <a:xfrm>
            <a:off x="7817267" y="2852643"/>
            <a:ext cx="2725076" cy="581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0A5CABF-EC29-4286-95DA-89DA56EB3F2B}"/>
              </a:ext>
            </a:extLst>
          </p:cNvPr>
          <p:cNvCxnSpPr>
            <a:cxnSpLocks/>
            <a:stCxn id="25" idx="3"/>
            <a:endCxn id="27" idx="0"/>
          </p:cNvCxnSpPr>
          <p:nvPr/>
        </p:nvCxnSpPr>
        <p:spPr>
          <a:xfrm flipH="1">
            <a:off x="7238869" y="2904874"/>
            <a:ext cx="2738814" cy="5547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B4AD196-6D11-4C41-AB58-E1AEDA3E8B41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6145260" y="983719"/>
            <a:ext cx="292214" cy="3717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59F726A-AEBC-4E27-B1A2-B9F8D1E97ABE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9448734" y="968162"/>
            <a:ext cx="292214" cy="3873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381E379-63CA-426F-AA76-78CBE21FA27B}"/>
              </a:ext>
            </a:extLst>
          </p:cNvPr>
          <p:cNvCxnSpPr>
            <a:cxnSpLocks/>
            <a:stCxn id="27" idx="4"/>
            <a:endCxn id="42" idx="0"/>
          </p:cNvCxnSpPr>
          <p:nvPr/>
        </p:nvCxnSpPr>
        <p:spPr>
          <a:xfrm flipH="1">
            <a:off x="7236893" y="4203168"/>
            <a:ext cx="1976" cy="6258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A36B80B-8D91-4A5A-A8AF-F4DF8CC9C7A7}"/>
                  </a:ext>
                </a:extLst>
              </p:cNvPr>
              <p:cNvSpPr/>
              <p:nvPr/>
            </p:nvSpPr>
            <p:spPr>
              <a:xfrm>
                <a:off x="6428629" y="4828990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,1,1,0⟩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A36B80B-8D91-4A5A-A8AF-F4DF8CC9C7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629" y="4828990"/>
                <a:ext cx="1616528" cy="74352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17DBB35-FDE2-4E5C-BC66-0CDA29627218}"/>
                  </a:ext>
                </a:extLst>
              </p:cNvPr>
              <p:cNvSpPr/>
              <p:nvPr/>
            </p:nvSpPr>
            <p:spPr>
              <a:xfrm>
                <a:off x="9749112" y="4875269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,1,1,1⟩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17DBB35-FDE2-4E5C-BC66-0CDA296272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9112" y="4875269"/>
                <a:ext cx="1616528" cy="743528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344F1C7-7F07-446B-8565-E137EBAF6EAF}"/>
              </a:ext>
            </a:extLst>
          </p:cNvPr>
          <p:cNvCxnSpPr>
            <a:cxnSpLocks/>
            <a:stCxn id="32" idx="4"/>
            <a:endCxn id="43" idx="0"/>
          </p:cNvCxnSpPr>
          <p:nvPr/>
        </p:nvCxnSpPr>
        <p:spPr>
          <a:xfrm>
            <a:off x="10542343" y="4177367"/>
            <a:ext cx="15033" cy="6979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AB37F86-8E09-428F-912F-8B425A88EA1F}"/>
              </a:ext>
            </a:extLst>
          </p:cNvPr>
          <p:cNvCxnSpPr>
            <a:cxnSpLocks/>
            <a:stCxn id="32" idx="3"/>
            <a:endCxn id="42" idx="7"/>
          </p:cNvCxnSpPr>
          <p:nvPr/>
        </p:nvCxnSpPr>
        <p:spPr>
          <a:xfrm flipH="1">
            <a:off x="7808422" y="4068480"/>
            <a:ext cx="2162392" cy="86939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E431C09-EC07-4C09-A351-9B7EF24405AC}"/>
              </a:ext>
            </a:extLst>
          </p:cNvPr>
          <p:cNvCxnSpPr>
            <a:cxnSpLocks/>
            <a:stCxn id="27" idx="5"/>
            <a:endCxn id="43" idx="1"/>
          </p:cNvCxnSpPr>
          <p:nvPr/>
        </p:nvCxnSpPr>
        <p:spPr>
          <a:xfrm>
            <a:off x="7810398" y="4094281"/>
            <a:ext cx="2175449" cy="889875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&quot;Not Allowed&quot; Symbol 51">
            <a:extLst>
              <a:ext uri="{FF2B5EF4-FFF2-40B4-BE49-F238E27FC236}">
                <a16:creationId xmlns:a16="http://schemas.microsoft.com/office/drawing/2014/main" id="{3018B1E7-92F3-4C10-AE27-1985365EAB7A}"/>
              </a:ext>
            </a:extLst>
          </p:cNvPr>
          <p:cNvSpPr/>
          <p:nvPr/>
        </p:nvSpPr>
        <p:spPr>
          <a:xfrm>
            <a:off x="8080252" y="4693415"/>
            <a:ext cx="442431" cy="401593"/>
          </a:xfrm>
          <a:prstGeom prst="noSmoking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&quot;Not Allowed&quot; Symbol 52">
            <a:extLst>
              <a:ext uri="{FF2B5EF4-FFF2-40B4-BE49-F238E27FC236}">
                <a16:creationId xmlns:a16="http://schemas.microsoft.com/office/drawing/2014/main" id="{874F1E9E-9B6A-4A06-BBC4-95A8B8661140}"/>
              </a:ext>
            </a:extLst>
          </p:cNvPr>
          <p:cNvSpPr/>
          <p:nvPr/>
        </p:nvSpPr>
        <p:spPr>
          <a:xfrm>
            <a:off x="9152410" y="4667614"/>
            <a:ext cx="442431" cy="401593"/>
          </a:xfrm>
          <a:prstGeom prst="noSmoking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13EEB8E-7B13-415E-8EDB-10ABA204CB4B}"/>
                  </a:ext>
                </a:extLst>
              </p:cNvPr>
              <p:cNvSpPr/>
              <p:nvPr/>
            </p:nvSpPr>
            <p:spPr>
              <a:xfrm>
                <a:off x="6428629" y="6009233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,1,1,0⟩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13EEB8E-7B13-415E-8EDB-10ABA204C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629" y="6009233"/>
                <a:ext cx="1616528" cy="74352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BF78F4F-7C75-41EC-96F6-62EB721E0789}"/>
              </a:ext>
            </a:extLst>
          </p:cNvPr>
          <p:cNvCxnSpPr>
            <a:cxnSpLocks/>
            <a:stCxn id="42" idx="4"/>
            <a:endCxn id="55" idx="0"/>
          </p:cNvCxnSpPr>
          <p:nvPr/>
        </p:nvCxnSpPr>
        <p:spPr>
          <a:xfrm>
            <a:off x="7236893" y="5572518"/>
            <a:ext cx="0" cy="436715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5B4A73D-2232-47D8-A31E-577AAF5C4753}"/>
              </a:ext>
            </a:extLst>
          </p:cNvPr>
          <p:cNvCxnSpPr>
            <a:cxnSpLocks/>
            <a:stCxn id="43" idx="2"/>
            <a:endCxn id="55" idx="7"/>
          </p:cNvCxnSpPr>
          <p:nvPr/>
        </p:nvCxnSpPr>
        <p:spPr>
          <a:xfrm flipH="1">
            <a:off x="7808422" y="5247033"/>
            <a:ext cx="1940690" cy="87108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&quot;Not Allowed&quot; Symbol 64">
            <a:extLst>
              <a:ext uri="{FF2B5EF4-FFF2-40B4-BE49-F238E27FC236}">
                <a16:creationId xmlns:a16="http://schemas.microsoft.com/office/drawing/2014/main" id="{2FEBB807-F5A8-41F4-8B6E-8B5094FBA2B6}"/>
              </a:ext>
            </a:extLst>
          </p:cNvPr>
          <p:cNvSpPr/>
          <p:nvPr/>
        </p:nvSpPr>
        <p:spPr>
          <a:xfrm>
            <a:off x="3544000" y="4926678"/>
            <a:ext cx="442431" cy="401593"/>
          </a:xfrm>
          <a:prstGeom prst="noSmoking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0EDAA555-2D4A-45F0-8802-63AA122FC6E4}"/>
                  </a:ext>
                </a:extLst>
              </p:cNvPr>
              <p:cNvSpPr/>
              <p:nvPr/>
            </p:nvSpPr>
            <p:spPr>
              <a:xfrm>
                <a:off x="9749112" y="6075189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,1,1,1⟩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0EDAA555-2D4A-45F0-8802-63AA122FC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9112" y="6075189"/>
                <a:ext cx="1616528" cy="743528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251DA59-C83E-4EE0-98B1-CD31A7F0C8A6}"/>
              </a:ext>
            </a:extLst>
          </p:cNvPr>
          <p:cNvCxnSpPr>
            <a:cxnSpLocks/>
            <a:stCxn id="43" idx="4"/>
            <a:endCxn id="71" idx="0"/>
          </p:cNvCxnSpPr>
          <p:nvPr/>
        </p:nvCxnSpPr>
        <p:spPr>
          <a:xfrm>
            <a:off x="10557376" y="5618797"/>
            <a:ext cx="0" cy="4563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49D1B2C-4958-4E33-9FC7-012F2462BF17}"/>
              </a:ext>
            </a:extLst>
          </p:cNvPr>
          <p:cNvCxnSpPr>
            <a:cxnSpLocks/>
            <a:stCxn id="42" idx="5"/>
            <a:endCxn id="71" idx="1"/>
          </p:cNvCxnSpPr>
          <p:nvPr/>
        </p:nvCxnSpPr>
        <p:spPr>
          <a:xfrm>
            <a:off x="7808422" y="5463631"/>
            <a:ext cx="2177425" cy="720445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&quot;Not Allowed&quot; Symbol 63">
            <a:extLst>
              <a:ext uri="{FF2B5EF4-FFF2-40B4-BE49-F238E27FC236}">
                <a16:creationId xmlns:a16="http://schemas.microsoft.com/office/drawing/2014/main" id="{0FDD7817-DB21-4A92-9D67-9126CD62E6C3}"/>
              </a:ext>
            </a:extLst>
          </p:cNvPr>
          <p:cNvSpPr/>
          <p:nvPr/>
        </p:nvSpPr>
        <p:spPr>
          <a:xfrm>
            <a:off x="10321446" y="5652228"/>
            <a:ext cx="323685" cy="309984"/>
          </a:xfrm>
          <a:prstGeom prst="noSmoking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&quot;Not Allowed&quot; Symbol 62">
            <a:extLst>
              <a:ext uri="{FF2B5EF4-FFF2-40B4-BE49-F238E27FC236}">
                <a16:creationId xmlns:a16="http://schemas.microsoft.com/office/drawing/2014/main" id="{092A4F07-73D2-49C2-A4E4-CDDC0BEEA5A4}"/>
              </a:ext>
            </a:extLst>
          </p:cNvPr>
          <p:cNvSpPr/>
          <p:nvPr/>
        </p:nvSpPr>
        <p:spPr>
          <a:xfrm>
            <a:off x="9025287" y="5746678"/>
            <a:ext cx="254245" cy="289065"/>
          </a:xfrm>
          <a:prstGeom prst="noSmoking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6" name="&quot;Not Allowed&quot; Symbol 115">
            <a:extLst>
              <a:ext uri="{FF2B5EF4-FFF2-40B4-BE49-F238E27FC236}">
                <a16:creationId xmlns:a16="http://schemas.microsoft.com/office/drawing/2014/main" id="{5EB77714-496F-44C7-A078-124B0E2F40F2}"/>
              </a:ext>
            </a:extLst>
          </p:cNvPr>
          <p:cNvSpPr/>
          <p:nvPr/>
        </p:nvSpPr>
        <p:spPr>
          <a:xfrm>
            <a:off x="9297827" y="5233830"/>
            <a:ext cx="254245" cy="289065"/>
          </a:xfrm>
          <a:prstGeom prst="noSmoking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7" name="&quot;Not Allowed&quot; Symbol 116">
            <a:extLst>
              <a:ext uri="{FF2B5EF4-FFF2-40B4-BE49-F238E27FC236}">
                <a16:creationId xmlns:a16="http://schemas.microsoft.com/office/drawing/2014/main" id="{9E52A455-FB32-420E-A12A-B77F548768B7}"/>
              </a:ext>
            </a:extLst>
          </p:cNvPr>
          <p:cNvSpPr/>
          <p:nvPr/>
        </p:nvSpPr>
        <p:spPr>
          <a:xfrm>
            <a:off x="7072398" y="5613867"/>
            <a:ext cx="254245" cy="289065"/>
          </a:xfrm>
          <a:prstGeom prst="noSmoking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0" name="Footer Placeholder 119">
            <a:extLst>
              <a:ext uri="{FF2B5EF4-FFF2-40B4-BE49-F238E27FC236}">
                <a16:creationId xmlns:a16="http://schemas.microsoft.com/office/drawing/2014/main" id="{43C121F0-9759-461A-AA07-0025CAD11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01988" y="6334493"/>
            <a:ext cx="4114800" cy="365125"/>
          </a:xfrm>
        </p:spPr>
        <p:txBody>
          <a:bodyPr/>
          <a:lstStyle/>
          <a:p>
            <a:r>
              <a:rPr lang="en-US" dirty="0"/>
              <a:t>Automata Theory, Logic, and Formal Verification</a:t>
            </a:r>
          </a:p>
        </p:txBody>
      </p:sp>
      <p:sp>
        <p:nvSpPr>
          <p:cNvPr id="121" name="Slide Number Placeholder 120">
            <a:extLst>
              <a:ext uri="{FF2B5EF4-FFF2-40B4-BE49-F238E27FC236}">
                <a16:creationId xmlns:a16="http://schemas.microsoft.com/office/drawing/2014/main" id="{4EEED796-790E-45D8-8484-9BED8C8B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36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63B84C-7DC8-BBFB-C435-418A0494E448}"/>
                  </a:ext>
                </a:extLst>
              </p:cNvPr>
              <p:cNvSpPr txBox="1"/>
              <p:nvPr/>
            </p:nvSpPr>
            <p:spPr>
              <a:xfrm>
                <a:off x="1442067" y="4926814"/>
                <a:ext cx="226249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C00000"/>
                    </a:solidFill>
                  </a:rPr>
                  <a:t>Guard not satisfied, so we cannot have the red (PG</a:t>
                </a:r>
                <a:r>
                  <a:rPr lang="en-US" sz="1400" baseline="-25000" dirty="0">
                    <a:solidFill>
                      <a:srgbClr val="C00000"/>
                    </a:solidFill>
                  </a:rPr>
                  <a:t>0</a:t>
                </a:r>
                <a:r>
                  <a:rPr lang="en-US" sz="1400" dirty="0">
                    <a:solidFill>
                      <a:srgbClr val="C00000"/>
                    </a:solidFill>
                  </a:rPr>
                  <a:t>)/green (PG</a:t>
                </a:r>
                <a:r>
                  <a:rPr lang="en-US" sz="1400" baseline="-25000" dirty="0">
                    <a:solidFill>
                      <a:srgbClr val="C00000"/>
                    </a:solidFill>
                  </a:rPr>
                  <a:t>1</a:t>
                </a:r>
                <a:r>
                  <a:rPr lang="en-US" sz="1400" dirty="0">
                    <a:solidFill>
                      <a:srgbClr val="C00000"/>
                    </a:solidFill>
                  </a:rPr>
                  <a:t>) transitions in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63B84C-7DC8-BBFB-C435-418A0494E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067" y="4926814"/>
                <a:ext cx="2262491" cy="954107"/>
              </a:xfrm>
              <a:prstGeom prst="rect">
                <a:avLst/>
              </a:prstGeom>
              <a:blipFill>
                <a:blip r:embed="rId22"/>
                <a:stretch>
                  <a:fillRect l="-809" t="-1274" r="-2426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5CBBD4-E466-045E-22EE-600C2DDB2A44}"/>
                  </a:ext>
                </a:extLst>
              </p14:cNvPr>
              <p14:cNvContentPartPr/>
              <p14:nvPr/>
            </p14:nvContentPartPr>
            <p14:xfrm>
              <a:off x="8282880" y="4242600"/>
              <a:ext cx="440640" cy="226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5CBBD4-E466-045E-22EE-600C2DDB2A4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273520" y="4233240"/>
                <a:ext cx="459360" cy="2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49537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E925FE-8E4F-4F24-BE94-C959A8B9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Interleaved Transition System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2CCE0F-F490-4D4A-A3F1-D5072808C7AA}"/>
              </a:ext>
            </a:extLst>
          </p:cNvPr>
          <p:cNvGrpSpPr/>
          <p:nvPr/>
        </p:nvGrpSpPr>
        <p:grpSpPr>
          <a:xfrm>
            <a:off x="212391" y="2114568"/>
            <a:ext cx="4940972" cy="2538127"/>
            <a:chOff x="45890" y="3029470"/>
            <a:chExt cx="6050110" cy="2538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AA87D11-6D49-43DF-A93E-5000ABAA9447}"/>
                    </a:ext>
                  </a:extLst>
                </p:cNvPr>
                <p:cNvSpPr txBox="1"/>
                <p:nvPr/>
              </p:nvSpPr>
              <p:spPr>
                <a:xfrm>
                  <a:off x="4025465" y="3192436"/>
                  <a:ext cx="125079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𝑤𝑎𝑛𝑡𝐶</m:t>
                            </m:r>
                            <m:sSub>
                              <m:sSub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oMath>
                    </m:oMathPara>
                  </a14:m>
                  <a:endParaRPr lang="en-US" sz="11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𝑡𝑢𝑟𝑛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AA87D11-6D49-43DF-A93E-5000ABAA9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5465" y="3192436"/>
                  <a:ext cx="1250792" cy="430887"/>
                </a:xfrm>
                <a:prstGeom prst="rect">
                  <a:avLst/>
                </a:prstGeom>
                <a:blipFill>
                  <a:blip r:embed="rId2"/>
                  <a:stretch>
                    <a:fillRect l="-595" r="-29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F549F7E6-591F-4BF0-A488-41532B7DEC2B}"/>
                    </a:ext>
                  </a:extLst>
                </p:cNvPr>
                <p:cNvSpPr/>
                <p:nvPr/>
              </p:nvSpPr>
              <p:spPr>
                <a:xfrm>
                  <a:off x="2561704" y="3029470"/>
                  <a:ext cx="1278719" cy="74731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F549F7E6-591F-4BF0-A488-41532B7DEC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1704" y="3029470"/>
                  <a:ext cx="1278719" cy="74731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83707BD-7C6A-4D7C-9FD1-C34B6F39DA21}"/>
                    </a:ext>
                  </a:extLst>
                </p:cNvPr>
                <p:cNvSpPr txBox="1"/>
                <p:nvPr/>
              </p:nvSpPr>
              <p:spPr>
                <a:xfrm>
                  <a:off x="1132339" y="3195437"/>
                  <a:ext cx="125406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𝑤𝑎𝑛𝑡𝐶</m:t>
                            </m:r>
                            <m:sSub>
                              <m:sSub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oMath>
                    </m:oMathPara>
                  </a14:m>
                  <a:endParaRPr lang="en-US" sz="11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𝑡𝑢𝑟𝑛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83707BD-7C6A-4D7C-9FD1-C34B6F39DA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339" y="3195437"/>
                  <a:ext cx="1254061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595" r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A817107-886C-43C7-A8C9-9A8713DABFC3}"/>
                    </a:ext>
                  </a:extLst>
                </p:cNvPr>
                <p:cNvSpPr/>
                <p:nvPr/>
              </p:nvSpPr>
              <p:spPr>
                <a:xfrm>
                  <a:off x="45890" y="3514436"/>
                  <a:ext cx="1263129" cy="743528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A817107-886C-43C7-A8C9-9A8713DABF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90" y="3514436"/>
                  <a:ext cx="1263129" cy="74352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89AFD5FE-3099-47B6-903F-F5AB5B4FE53B}"/>
                    </a:ext>
                  </a:extLst>
                </p:cNvPr>
                <p:cNvSpPr/>
                <p:nvPr/>
              </p:nvSpPr>
              <p:spPr>
                <a:xfrm>
                  <a:off x="2547943" y="4824069"/>
                  <a:ext cx="1278719" cy="743528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89AFD5FE-3099-47B6-903F-F5AB5B4FE5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7943" y="4824069"/>
                  <a:ext cx="1278719" cy="743528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DEBC84BA-CE53-40D3-8798-E211E14E91F1}"/>
                    </a:ext>
                  </a:extLst>
                </p:cNvPr>
                <p:cNvSpPr/>
                <p:nvPr/>
              </p:nvSpPr>
              <p:spPr>
                <a:xfrm>
                  <a:off x="4817281" y="3514436"/>
                  <a:ext cx="1278719" cy="743528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DEBC84BA-CE53-40D3-8798-E211E14E91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7281" y="3514436"/>
                  <a:ext cx="1278719" cy="743528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7BC7F66-8228-44D8-B5C2-89957EC240B9}"/>
                </a:ext>
              </a:extLst>
            </p:cNvPr>
            <p:cNvCxnSpPr>
              <a:cxnSpLocks/>
              <a:stCxn id="8" idx="5"/>
              <a:endCxn id="9" idx="1"/>
            </p:cNvCxnSpPr>
            <p:nvPr/>
          </p:nvCxnSpPr>
          <p:spPr>
            <a:xfrm>
              <a:off x="1124038" y="4149077"/>
              <a:ext cx="1611169" cy="783879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09CDB7B-CDE6-44FB-B55C-05741FBD23D2}"/>
                </a:ext>
              </a:extLst>
            </p:cNvPr>
            <p:cNvCxnSpPr>
              <a:cxnSpLocks/>
              <a:stCxn id="10" idx="3"/>
              <a:endCxn id="9" idx="7"/>
            </p:cNvCxnSpPr>
            <p:nvPr/>
          </p:nvCxnSpPr>
          <p:spPr>
            <a:xfrm flipH="1">
              <a:off x="3639398" y="4149077"/>
              <a:ext cx="1365147" cy="783879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E3D81CF-0A70-439B-B546-8EE23AEF36B4}"/>
                </a:ext>
              </a:extLst>
            </p:cNvPr>
            <p:cNvCxnSpPr>
              <a:cxnSpLocks/>
              <a:stCxn id="6" idx="6"/>
              <a:endCxn id="10" idx="2"/>
            </p:cNvCxnSpPr>
            <p:nvPr/>
          </p:nvCxnSpPr>
          <p:spPr>
            <a:xfrm>
              <a:off x="3840423" y="3403125"/>
              <a:ext cx="976858" cy="483075"/>
            </a:xfrm>
            <a:prstGeom prst="straightConnector1">
              <a:avLst/>
            </a:prstGeom>
            <a:ln w="12700">
              <a:prstDash val="dash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8273D81-E032-414D-BE0D-3B84DACB8380}"/>
                </a:ext>
              </a:extLst>
            </p:cNvPr>
            <p:cNvCxnSpPr>
              <a:cxnSpLocks/>
              <a:stCxn id="6" idx="2"/>
              <a:endCxn id="8" idx="6"/>
            </p:cNvCxnSpPr>
            <p:nvPr/>
          </p:nvCxnSpPr>
          <p:spPr>
            <a:xfrm flipH="1">
              <a:off x="1309019" y="3403125"/>
              <a:ext cx="1252685" cy="483075"/>
            </a:xfrm>
            <a:prstGeom prst="straightConnector1">
              <a:avLst/>
            </a:prstGeom>
            <a:ln w="12700">
              <a:prstDash val="dash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81CC1B5-2B43-4F45-A1AA-2BA29E8AD25B}"/>
                    </a:ext>
                  </a:extLst>
                </p:cNvPr>
                <p:cNvSpPr txBox="1"/>
                <p:nvPr/>
              </p:nvSpPr>
              <p:spPr>
                <a:xfrm>
                  <a:off x="3171353" y="4130305"/>
                  <a:ext cx="158636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𝑤𝑎𝑛𝑡𝐶</m:t>
                            </m:r>
                            <m:sSub>
                              <m:sSub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oMath>
                    </m:oMathPara>
                  </a14:m>
                  <a:endParaRPr lang="en-US" sz="11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𝑡𝑢𝑟𝑛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81CC1B5-2B43-4F45-A1AA-2BA29E8AD2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1353" y="4130305"/>
                  <a:ext cx="1586368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F5C7591-F4A4-4F98-BB13-BCD2A4369BAC}"/>
                    </a:ext>
                  </a:extLst>
                </p:cNvPr>
                <p:cNvSpPr txBox="1"/>
                <p:nvPr/>
              </p:nvSpPr>
              <p:spPr>
                <a:xfrm>
                  <a:off x="1533406" y="4104461"/>
                  <a:ext cx="158636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𝑤𝑎𝑛𝑡𝐶</m:t>
                            </m:r>
                            <m:sSub>
                              <m:sSub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oMath>
                    </m:oMathPara>
                  </a14:m>
                  <a:endParaRPr lang="en-US" sz="11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𝑡𝑢𝑟𝑛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F5C7591-F4A4-4F98-BB13-BCD2A4369B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406" y="4104461"/>
                  <a:ext cx="1586368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A25ED51-86EF-444F-821A-BB0AF58C9C61}"/>
                  </a:ext>
                </a:extLst>
              </p:cNvPr>
              <p:cNvSpPr/>
              <p:nvPr/>
            </p:nvSpPr>
            <p:spPr>
              <a:xfrm>
                <a:off x="6437474" y="983719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,0,0,1⟩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A25ED51-86EF-444F-821A-BB0AF58C9C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474" y="983719"/>
                <a:ext cx="1616528" cy="743528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F99151-EF2B-46D3-A4F2-B588278899EA}"/>
                  </a:ext>
                </a:extLst>
              </p:cNvPr>
              <p:cNvSpPr txBox="1"/>
              <p:nvPr/>
            </p:nvSpPr>
            <p:spPr>
              <a:xfrm>
                <a:off x="728174" y="835414"/>
                <a:ext cx="4489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𝑤𝑎𝑛𝑡𝐶𝑆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𝑤𝑎𝑛𝑡𝐶𝑆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𝑡𝑢𝑟𝑛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F99151-EF2B-46D3-A4F2-B58827889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74" y="835414"/>
                <a:ext cx="4489499" cy="369332"/>
              </a:xfrm>
              <a:prstGeom prst="rect">
                <a:avLst/>
              </a:prstGeom>
              <a:blipFill>
                <a:blip r:embed="rId11"/>
                <a:stretch>
                  <a:fillRect l="-108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9A58FF2-B20B-4650-AFD8-009601AE53A9}"/>
                  </a:ext>
                </a:extLst>
              </p:cNvPr>
              <p:cNvSpPr/>
              <p:nvPr/>
            </p:nvSpPr>
            <p:spPr>
              <a:xfrm>
                <a:off x="6437474" y="2218002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1,0,1⟩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9A58FF2-B20B-4650-AFD8-009601AE53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474" y="2218002"/>
                <a:ext cx="1616528" cy="74352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E8D16C-E220-43C0-854B-B765C0BAF152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>
          <a:xfrm>
            <a:off x="7245738" y="1727247"/>
            <a:ext cx="0" cy="4907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63658B5-A59B-413F-8B55-733581297B1E}"/>
                  </a:ext>
                </a:extLst>
              </p:cNvPr>
              <p:cNvSpPr/>
              <p:nvPr/>
            </p:nvSpPr>
            <p:spPr>
              <a:xfrm>
                <a:off x="9740948" y="2270233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,0,1,0⟩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63658B5-A59B-413F-8B55-733581297B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948" y="2270233"/>
                <a:ext cx="1616528" cy="74352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BB1325-21ED-4521-97C0-77429395B833}"/>
              </a:ext>
            </a:extLst>
          </p:cNvPr>
          <p:cNvCxnSpPr>
            <a:cxnSpLocks/>
            <a:stCxn id="21" idx="5"/>
            <a:endCxn id="25" idx="0"/>
          </p:cNvCxnSpPr>
          <p:nvPr/>
        </p:nvCxnSpPr>
        <p:spPr>
          <a:xfrm>
            <a:off x="7817267" y="1618360"/>
            <a:ext cx="2731945" cy="651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7BD0CAD-9F2D-481F-A558-752F0AE99FBC}"/>
                  </a:ext>
                </a:extLst>
              </p:cNvPr>
              <p:cNvSpPr/>
              <p:nvPr/>
            </p:nvSpPr>
            <p:spPr>
              <a:xfrm>
                <a:off x="6430605" y="3459640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</m:t>
                      </m:r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7BD0CAD-9F2D-481F-A558-752F0AE99F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605" y="3459640"/>
                <a:ext cx="1616528" cy="74352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D33D76B-2135-439B-BAD9-98D209B642EB}"/>
                  </a:ext>
                </a:extLst>
              </p:cNvPr>
              <p:cNvSpPr/>
              <p:nvPr/>
            </p:nvSpPr>
            <p:spPr>
              <a:xfrm>
                <a:off x="9740948" y="983719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,0,0,0⟩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D33D76B-2135-439B-BAD9-98D209B642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948" y="983719"/>
                <a:ext cx="1616528" cy="74352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736C150-E0EF-4CC3-BE7D-2A4C1A13052B}"/>
              </a:ext>
            </a:extLst>
          </p:cNvPr>
          <p:cNvCxnSpPr>
            <a:cxnSpLocks/>
            <a:stCxn id="28" idx="3"/>
            <a:endCxn id="23" idx="0"/>
          </p:cNvCxnSpPr>
          <p:nvPr/>
        </p:nvCxnSpPr>
        <p:spPr>
          <a:xfrm flipH="1">
            <a:off x="7245738" y="1618360"/>
            <a:ext cx="2731945" cy="5996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11D8B82-D676-4440-9967-B4C3A5BAE0FF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10549212" y="1727247"/>
            <a:ext cx="0" cy="5429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0EFB50-D558-4A09-9239-AE3AE82781E2}"/>
              </a:ext>
            </a:extLst>
          </p:cNvPr>
          <p:cNvCxnSpPr>
            <a:cxnSpLocks/>
            <a:stCxn id="23" idx="4"/>
            <a:endCxn id="27" idx="0"/>
          </p:cNvCxnSpPr>
          <p:nvPr/>
        </p:nvCxnSpPr>
        <p:spPr>
          <a:xfrm flipH="1">
            <a:off x="7238869" y="2961530"/>
            <a:ext cx="6869" cy="4981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6496A9A-6814-4653-A0DD-D4E8F562D2D0}"/>
                  </a:ext>
                </a:extLst>
              </p:cNvPr>
              <p:cNvSpPr/>
              <p:nvPr/>
            </p:nvSpPr>
            <p:spPr>
              <a:xfrm>
                <a:off x="9734079" y="3433839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</m:t>
                      </m:r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6496A9A-6814-4653-A0DD-D4E8F562D2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079" y="3433839"/>
                <a:ext cx="1616528" cy="743528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81F5259-C738-42D1-8AE4-CE43D5684A72}"/>
              </a:ext>
            </a:extLst>
          </p:cNvPr>
          <p:cNvCxnSpPr>
            <a:cxnSpLocks/>
            <a:stCxn id="25" idx="4"/>
            <a:endCxn id="32" idx="0"/>
          </p:cNvCxnSpPr>
          <p:nvPr/>
        </p:nvCxnSpPr>
        <p:spPr>
          <a:xfrm flipH="1">
            <a:off x="10542343" y="3013761"/>
            <a:ext cx="6869" cy="4200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3A20E6A-EFEA-4ECF-8677-7BBFEC3762EF}"/>
              </a:ext>
            </a:extLst>
          </p:cNvPr>
          <p:cNvCxnSpPr>
            <a:cxnSpLocks/>
            <a:stCxn id="23" idx="5"/>
            <a:endCxn id="32" idx="0"/>
          </p:cNvCxnSpPr>
          <p:nvPr/>
        </p:nvCxnSpPr>
        <p:spPr>
          <a:xfrm>
            <a:off x="7817267" y="2852643"/>
            <a:ext cx="2725076" cy="581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0A5CABF-EC29-4286-95DA-89DA56EB3F2B}"/>
              </a:ext>
            </a:extLst>
          </p:cNvPr>
          <p:cNvCxnSpPr>
            <a:cxnSpLocks/>
            <a:stCxn id="25" idx="3"/>
            <a:endCxn id="27" idx="0"/>
          </p:cNvCxnSpPr>
          <p:nvPr/>
        </p:nvCxnSpPr>
        <p:spPr>
          <a:xfrm flipH="1">
            <a:off x="7238869" y="2904874"/>
            <a:ext cx="2738814" cy="5547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B4AD196-6D11-4C41-AB58-E1AEDA3E8B41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6145260" y="983719"/>
            <a:ext cx="292214" cy="3717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59F726A-AEBC-4E27-B1A2-B9F8D1E97ABE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9448734" y="968162"/>
            <a:ext cx="292214" cy="3873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381E379-63CA-426F-AA76-78CBE21FA27B}"/>
              </a:ext>
            </a:extLst>
          </p:cNvPr>
          <p:cNvCxnSpPr>
            <a:cxnSpLocks/>
            <a:stCxn id="27" idx="4"/>
            <a:endCxn id="42" idx="0"/>
          </p:cNvCxnSpPr>
          <p:nvPr/>
        </p:nvCxnSpPr>
        <p:spPr>
          <a:xfrm flipH="1">
            <a:off x="7236893" y="4203168"/>
            <a:ext cx="1976" cy="6258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A36B80B-8D91-4A5A-A8AF-F4DF8CC9C7A7}"/>
                  </a:ext>
                </a:extLst>
              </p:cNvPr>
              <p:cNvSpPr/>
              <p:nvPr/>
            </p:nvSpPr>
            <p:spPr>
              <a:xfrm>
                <a:off x="6428629" y="4828990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,1,1,0⟩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A36B80B-8D91-4A5A-A8AF-F4DF8CC9C7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629" y="4828990"/>
                <a:ext cx="1616528" cy="74352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17DBB35-FDE2-4E5C-BC66-0CDA29627218}"/>
                  </a:ext>
                </a:extLst>
              </p:cNvPr>
              <p:cNvSpPr/>
              <p:nvPr/>
            </p:nvSpPr>
            <p:spPr>
              <a:xfrm>
                <a:off x="9749112" y="4875269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,1,1,1⟩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17DBB35-FDE2-4E5C-BC66-0CDA296272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9112" y="4875269"/>
                <a:ext cx="1616528" cy="743528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344F1C7-7F07-446B-8565-E137EBAF6EAF}"/>
              </a:ext>
            </a:extLst>
          </p:cNvPr>
          <p:cNvCxnSpPr>
            <a:cxnSpLocks/>
            <a:stCxn id="32" idx="4"/>
            <a:endCxn id="43" idx="0"/>
          </p:cNvCxnSpPr>
          <p:nvPr/>
        </p:nvCxnSpPr>
        <p:spPr>
          <a:xfrm>
            <a:off x="10542343" y="4177367"/>
            <a:ext cx="15033" cy="6979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953DC55-65B6-4D52-BCEC-CBA13ED189DA}"/>
                  </a:ext>
                </a:extLst>
              </p:cNvPr>
              <p:cNvSpPr txBox="1"/>
              <p:nvPr/>
            </p:nvSpPr>
            <p:spPr>
              <a:xfrm>
                <a:off x="1442067" y="4926814"/>
                <a:ext cx="226249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C00000"/>
                    </a:solidFill>
                  </a:rPr>
                  <a:t>Guard not satisfied, so we cannot have the red (PG</a:t>
                </a:r>
                <a:r>
                  <a:rPr lang="en-US" sz="1400" baseline="-25000" dirty="0">
                    <a:solidFill>
                      <a:srgbClr val="C00000"/>
                    </a:solidFill>
                  </a:rPr>
                  <a:t>0</a:t>
                </a:r>
                <a:r>
                  <a:rPr lang="en-US" sz="1400" dirty="0">
                    <a:solidFill>
                      <a:srgbClr val="C00000"/>
                    </a:solidFill>
                  </a:rPr>
                  <a:t>)/green (PG</a:t>
                </a:r>
                <a:r>
                  <a:rPr lang="en-US" sz="1400" baseline="-25000" dirty="0">
                    <a:solidFill>
                      <a:srgbClr val="C00000"/>
                    </a:solidFill>
                  </a:rPr>
                  <a:t>1</a:t>
                </a:r>
                <a:r>
                  <a:rPr lang="en-US" sz="1400" dirty="0">
                    <a:solidFill>
                      <a:srgbClr val="C00000"/>
                    </a:solidFill>
                  </a:rPr>
                  <a:t>) transitions in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953DC55-65B6-4D52-BCEC-CBA13ED18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067" y="4926814"/>
                <a:ext cx="2262491" cy="954107"/>
              </a:xfrm>
              <a:prstGeom prst="rect">
                <a:avLst/>
              </a:prstGeom>
              <a:blipFill>
                <a:blip r:embed="rId19"/>
                <a:stretch>
                  <a:fillRect l="-809" t="-1274" r="-2426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13EEB8E-7B13-415E-8EDB-10ABA204CB4B}"/>
                  </a:ext>
                </a:extLst>
              </p:cNvPr>
              <p:cNvSpPr/>
              <p:nvPr/>
            </p:nvSpPr>
            <p:spPr>
              <a:xfrm>
                <a:off x="6428629" y="6009233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,1,1,0⟩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13EEB8E-7B13-415E-8EDB-10ABA204C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629" y="6009233"/>
                <a:ext cx="1616528" cy="74352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&quot;Not Allowed&quot; Symbol 64">
            <a:extLst>
              <a:ext uri="{FF2B5EF4-FFF2-40B4-BE49-F238E27FC236}">
                <a16:creationId xmlns:a16="http://schemas.microsoft.com/office/drawing/2014/main" id="{2FEBB807-F5A8-41F4-8B6E-8B5094FBA2B6}"/>
              </a:ext>
            </a:extLst>
          </p:cNvPr>
          <p:cNvSpPr/>
          <p:nvPr/>
        </p:nvSpPr>
        <p:spPr>
          <a:xfrm>
            <a:off x="3544000" y="4926678"/>
            <a:ext cx="442431" cy="401593"/>
          </a:xfrm>
          <a:prstGeom prst="noSmoking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0EDAA555-2D4A-45F0-8802-63AA122FC6E4}"/>
                  </a:ext>
                </a:extLst>
              </p:cNvPr>
              <p:cNvSpPr/>
              <p:nvPr/>
            </p:nvSpPr>
            <p:spPr>
              <a:xfrm>
                <a:off x="9749112" y="6075189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,1,1,1⟩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0EDAA555-2D4A-45F0-8802-63AA122FC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9112" y="6075189"/>
                <a:ext cx="1616528" cy="743528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Footer Placeholder 119">
            <a:extLst>
              <a:ext uri="{FF2B5EF4-FFF2-40B4-BE49-F238E27FC236}">
                <a16:creationId xmlns:a16="http://schemas.microsoft.com/office/drawing/2014/main" id="{43C121F0-9759-461A-AA07-0025CAD11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121" name="Slide Number Placeholder 120">
            <a:extLst>
              <a:ext uri="{FF2B5EF4-FFF2-40B4-BE49-F238E27FC236}">
                <a16:creationId xmlns:a16="http://schemas.microsoft.com/office/drawing/2014/main" id="{4EEED796-790E-45D8-8484-9BED8C8B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8815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0E864D3-9F5D-4E0F-A69C-971B7B187A6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66681" y="111878"/>
                <a:ext cx="10920419" cy="74352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Peterson’s mutual exclusion algorithm!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0E864D3-9F5D-4E0F-A69C-971B7B187A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66681" y="111878"/>
                <a:ext cx="10920419" cy="743528"/>
              </a:xfrm>
              <a:blipFill>
                <a:blip r:embed="rId2"/>
                <a:stretch>
                  <a:fillRect l="-1395" t="-1639" b="-1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AF50F2F-C942-4FE6-846C-E18489ACDCFE}"/>
                  </a:ext>
                </a:extLst>
              </p:cNvPr>
              <p:cNvSpPr/>
              <p:nvPr/>
            </p:nvSpPr>
            <p:spPr>
              <a:xfrm>
                <a:off x="3204822" y="1358487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,0,0,1⟩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AF50F2F-C942-4FE6-846C-E18489ACDC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822" y="1358487"/>
                <a:ext cx="1616528" cy="74352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8B9E4A2-C3B4-43AD-94C2-D97242223BA5}"/>
                  </a:ext>
                </a:extLst>
              </p:cNvPr>
              <p:cNvSpPr/>
              <p:nvPr/>
            </p:nvSpPr>
            <p:spPr>
              <a:xfrm>
                <a:off x="3204822" y="2592770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1,0,1⟩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8B9E4A2-C3B4-43AD-94C2-D97242223B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822" y="2592770"/>
                <a:ext cx="1616528" cy="74352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E9FA58-7D5D-4CFA-976A-7CAC9CED1E84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4013086" y="2102015"/>
            <a:ext cx="0" cy="4907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D0578CA-553C-4179-BB07-C93BBE7AAE1E}"/>
                  </a:ext>
                </a:extLst>
              </p:cNvPr>
              <p:cNvSpPr/>
              <p:nvPr/>
            </p:nvSpPr>
            <p:spPr>
              <a:xfrm>
                <a:off x="6508296" y="2645001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,0,1,0⟩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D0578CA-553C-4179-BB07-C93BBE7AAE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96" y="2645001"/>
                <a:ext cx="1616528" cy="74352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2C51DA-82CF-4E95-8CCF-D885F5ECF39B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4584615" y="1993128"/>
            <a:ext cx="2731945" cy="651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C6D7754-9F55-489E-B7EB-7A0D9101179E}"/>
                  </a:ext>
                </a:extLst>
              </p:cNvPr>
              <p:cNvSpPr/>
              <p:nvPr/>
            </p:nvSpPr>
            <p:spPr>
              <a:xfrm>
                <a:off x="3197953" y="3834408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1,0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C6D7754-9F55-489E-B7EB-7A0D910117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953" y="3834408"/>
                <a:ext cx="1616528" cy="74352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9F7F556-121E-4A09-83DF-9CD8F54D01FB}"/>
                  </a:ext>
                </a:extLst>
              </p:cNvPr>
              <p:cNvSpPr/>
              <p:nvPr/>
            </p:nvSpPr>
            <p:spPr>
              <a:xfrm>
                <a:off x="6508296" y="1358487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,0,0,0⟩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9F7F556-121E-4A09-83DF-9CD8F54D01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96" y="1358487"/>
                <a:ext cx="1616528" cy="74352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80DF9D-2BCB-416D-8BE5-E99E65C64708}"/>
              </a:ext>
            </a:extLst>
          </p:cNvPr>
          <p:cNvCxnSpPr>
            <a:cxnSpLocks/>
            <a:stCxn id="11" idx="3"/>
            <a:endCxn id="6" idx="0"/>
          </p:cNvCxnSpPr>
          <p:nvPr/>
        </p:nvCxnSpPr>
        <p:spPr>
          <a:xfrm flipH="1">
            <a:off x="4013086" y="1993128"/>
            <a:ext cx="2731945" cy="5996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1E0AD2-EFFB-420E-818B-59B410CC4710}"/>
              </a:ext>
            </a:extLst>
          </p:cNvPr>
          <p:cNvCxnSpPr>
            <a:cxnSpLocks/>
            <a:stCxn id="11" idx="4"/>
            <a:endCxn id="8" idx="0"/>
          </p:cNvCxnSpPr>
          <p:nvPr/>
        </p:nvCxnSpPr>
        <p:spPr>
          <a:xfrm>
            <a:off x="7316560" y="2102015"/>
            <a:ext cx="0" cy="5429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8B3475-9B3C-4A10-8AC8-F270193743F8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 flipH="1">
            <a:off x="4006217" y="3336298"/>
            <a:ext cx="6869" cy="4981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91AB54F-75D9-4986-9CEF-1F0CE373E094}"/>
                  </a:ext>
                </a:extLst>
              </p:cNvPr>
              <p:cNvSpPr/>
              <p:nvPr/>
            </p:nvSpPr>
            <p:spPr>
              <a:xfrm>
                <a:off x="6501427" y="3808607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1,1,1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91AB54F-75D9-4986-9CEF-1F0CE373E0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427" y="3808607"/>
                <a:ext cx="1616528" cy="74352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43AAD0-44DC-4AB3-ABD3-5C62C4647621}"/>
              </a:ext>
            </a:extLst>
          </p:cNvPr>
          <p:cNvCxnSpPr>
            <a:cxnSpLocks/>
            <a:stCxn id="8" idx="4"/>
            <a:endCxn id="15" idx="0"/>
          </p:cNvCxnSpPr>
          <p:nvPr/>
        </p:nvCxnSpPr>
        <p:spPr>
          <a:xfrm flipH="1">
            <a:off x="7309691" y="3388529"/>
            <a:ext cx="6869" cy="4200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3D3A66-6D51-4623-9718-C01EF0415EBF}"/>
              </a:ext>
            </a:extLst>
          </p:cNvPr>
          <p:cNvCxnSpPr>
            <a:cxnSpLocks/>
            <a:stCxn id="6" idx="5"/>
            <a:endCxn id="15" idx="0"/>
          </p:cNvCxnSpPr>
          <p:nvPr/>
        </p:nvCxnSpPr>
        <p:spPr>
          <a:xfrm>
            <a:off x="4584615" y="3227411"/>
            <a:ext cx="2725076" cy="581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D6141D-18A2-4102-8798-6E7D2FAC074D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 flipH="1">
            <a:off x="4006217" y="3279642"/>
            <a:ext cx="2738814" cy="5547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21C689-C6B7-4F34-B372-FFCF0B478BDF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2912608" y="1358487"/>
            <a:ext cx="292214" cy="3717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82F3593-54F2-4544-B83F-CDDF317997DF}"/>
              </a:ext>
            </a:extLst>
          </p:cNvPr>
          <p:cNvCxnSpPr>
            <a:cxnSpLocks/>
          </p:cNvCxnSpPr>
          <p:nvPr/>
        </p:nvCxnSpPr>
        <p:spPr>
          <a:xfrm flipH="1">
            <a:off x="8117955" y="1244425"/>
            <a:ext cx="406855" cy="4772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810797-6130-400A-B5C6-DEFECFE9AFEE}"/>
              </a:ext>
            </a:extLst>
          </p:cNvPr>
          <p:cNvCxnSpPr>
            <a:cxnSpLocks/>
            <a:stCxn id="10" idx="4"/>
            <a:endCxn id="22" idx="0"/>
          </p:cNvCxnSpPr>
          <p:nvPr/>
        </p:nvCxnSpPr>
        <p:spPr>
          <a:xfrm flipH="1">
            <a:off x="4004241" y="4577936"/>
            <a:ext cx="1976" cy="6258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734B95D-944C-4375-BB5C-BDA3B39E01B0}"/>
                  </a:ext>
                </a:extLst>
              </p:cNvPr>
              <p:cNvSpPr/>
              <p:nvPr/>
            </p:nvSpPr>
            <p:spPr>
              <a:xfrm>
                <a:off x="3195977" y="5203758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,1,1,0⟩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734B95D-944C-4375-BB5C-BDA3B39E01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977" y="5203758"/>
                <a:ext cx="1616528" cy="74352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B599BB2-606A-4284-AD8E-2571F4090005}"/>
                  </a:ext>
                </a:extLst>
              </p:cNvPr>
              <p:cNvSpPr/>
              <p:nvPr/>
            </p:nvSpPr>
            <p:spPr>
              <a:xfrm>
                <a:off x="6516460" y="5250037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,1,1,1⟩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B599BB2-606A-4284-AD8E-2571F40900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460" y="5250037"/>
                <a:ext cx="1616528" cy="743528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812449-BF88-4D2F-915A-46B1E706125B}"/>
              </a:ext>
            </a:extLst>
          </p:cNvPr>
          <p:cNvCxnSpPr>
            <a:cxnSpLocks/>
            <a:stCxn id="15" idx="4"/>
            <a:endCxn id="23" idx="0"/>
          </p:cNvCxnSpPr>
          <p:nvPr/>
        </p:nvCxnSpPr>
        <p:spPr>
          <a:xfrm>
            <a:off x="7309691" y="4552135"/>
            <a:ext cx="15033" cy="6979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F1D3464-8E91-46EC-A265-31B706A50377}"/>
              </a:ext>
            </a:extLst>
          </p:cNvPr>
          <p:cNvCxnSpPr>
            <a:cxnSpLocks/>
            <a:stCxn id="22" idx="7"/>
            <a:endCxn id="8" idx="3"/>
          </p:cNvCxnSpPr>
          <p:nvPr/>
        </p:nvCxnSpPr>
        <p:spPr>
          <a:xfrm flipV="1">
            <a:off x="4575770" y="3279642"/>
            <a:ext cx="2169261" cy="20330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0BBEC7-28E2-4772-B4AF-F9F8B367E152}"/>
              </a:ext>
            </a:extLst>
          </p:cNvPr>
          <p:cNvCxnSpPr>
            <a:cxnSpLocks/>
            <a:stCxn id="23" idx="1"/>
            <a:endCxn id="6" idx="5"/>
          </p:cNvCxnSpPr>
          <p:nvPr/>
        </p:nvCxnSpPr>
        <p:spPr>
          <a:xfrm flipH="1" flipV="1">
            <a:off x="4584615" y="3227411"/>
            <a:ext cx="2168580" cy="21315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6782D11-54C5-4D6F-936D-27D12DF49D72}"/>
                  </a:ext>
                </a:extLst>
              </p:cNvPr>
              <p:cNvSpPr/>
              <p:nvPr/>
            </p:nvSpPr>
            <p:spPr>
              <a:xfrm>
                <a:off x="780030" y="2592770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1,0,1⟩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6782D11-54C5-4D6F-936D-27D12DF49D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30" y="2592770"/>
                <a:ext cx="1616528" cy="74352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7A56A42-0190-4CA8-9E3B-C470E1F90464}"/>
                  </a:ext>
                </a:extLst>
              </p:cNvPr>
              <p:cNvSpPr/>
              <p:nvPr/>
            </p:nvSpPr>
            <p:spPr>
              <a:xfrm>
                <a:off x="9089491" y="2645001"/>
                <a:ext cx="1616528" cy="74352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,0,1,0⟩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7A56A42-0190-4CA8-9E3B-C470E1F904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9491" y="2645001"/>
                <a:ext cx="1616528" cy="74352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F04F432-424C-4270-8D9C-388439AFE9AD}"/>
              </a:ext>
            </a:extLst>
          </p:cNvPr>
          <p:cNvCxnSpPr>
            <a:cxnSpLocks/>
            <a:stCxn id="6" idx="2"/>
            <a:endCxn id="38" idx="6"/>
          </p:cNvCxnSpPr>
          <p:nvPr/>
        </p:nvCxnSpPr>
        <p:spPr>
          <a:xfrm flipH="1">
            <a:off x="2396558" y="2964534"/>
            <a:ext cx="8082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7D98FAF-DABB-4E3F-A2B8-4277261A73E1}"/>
              </a:ext>
            </a:extLst>
          </p:cNvPr>
          <p:cNvCxnSpPr>
            <a:cxnSpLocks/>
            <a:stCxn id="8" idx="6"/>
            <a:endCxn id="39" idx="2"/>
          </p:cNvCxnSpPr>
          <p:nvPr/>
        </p:nvCxnSpPr>
        <p:spPr>
          <a:xfrm>
            <a:off x="8124824" y="3016765"/>
            <a:ext cx="9646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E012169-4FDE-4425-BD5F-45D04026FB23}"/>
              </a:ext>
            </a:extLst>
          </p:cNvPr>
          <p:cNvCxnSpPr>
            <a:cxnSpLocks/>
            <a:stCxn id="38" idx="4"/>
            <a:endCxn id="22" idx="2"/>
          </p:cNvCxnSpPr>
          <p:nvPr/>
        </p:nvCxnSpPr>
        <p:spPr>
          <a:xfrm>
            <a:off x="1588294" y="3336298"/>
            <a:ext cx="1607683" cy="22392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C5739E8-795B-4C31-B680-96E989DF3455}"/>
              </a:ext>
            </a:extLst>
          </p:cNvPr>
          <p:cNvCxnSpPr>
            <a:cxnSpLocks/>
            <a:stCxn id="39" idx="4"/>
            <a:endCxn id="23" idx="6"/>
          </p:cNvCxnSpPr>
          <p:nvPr/>
        </p:nvCxnSpPr>
        <p:spPr>
          <a:xfrm flipH="1">
            <a:off x="8132988" y="3388529"/>
            <a:ext cx="1764767" cy="22332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2BF4EEE-F4CA-4989-A9AA-B9C62BCFF60D}"/>
              </a:ext>
            </a:extLst>
          </p:cNvPr>
          <p:cNvCxnSpPr>
            <a:cxnSpLocks/>
            <a:stCxn id="39" idx="0"/>
            <a:endCxn id="11" idx="6"/>
          </p:cNvCxnSpPr>
          <p:nvPr/>
        </p:nvCxnSpPr>
        <p:spPr>
          <a:xfrm flipH="1" flipV="1">
            <a:off x="8124824" y="1730251"/>
            <a:ext cx="1772931" cy="9147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C3975A3-AED5-44A2-BEAE-0DDA5DEE77FE}"/>
              </a:ext>
            </a:extLst>
          </p:cNvPr>
          <p:cNvCxnSpPr>
            <a:cxnSpLocks/>
            <a:stCxn id="38" idx="0"/>
            <a:endCxn id="5" idx="2"/>
          </p:cNvCxnSpPr>
          <p:nvPr/>
        </p:nvCxnSpPr>
        <p:spPr>
          <a:xfrm flipV="1">
            <a:off x="1588294" y="1730251"/>
            <a:ext cx="1616528" cy="8625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1F39836A-09AA-4264-9400-3EC3BB5B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8CD6365E-B86D-4A2C-9393-55DB0887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3942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A8E972A-333F-4CA1-975F-A546306AE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Shared memory program: each process evolves </a:t>
                </a:r>
                <a:r>
                  <a:rPr lang="en-US" i="1" dirty="0"/>
                  <a:t>asynchronously</a:t>
                </a:r>
              </a:p>
              <a:p>
                <a:r>
                  <a:rPr lang="en-US" dirty="0"/>
                  <a:t>Handshaking : </a:t>
                </a:r>
              </a:p>
              <a:p>
                <a:pPr lvl="1"/>
                <a:r>
                  <a:rPr lang="en-US" dirty="0"/>
                  <a:t>Set of handshake actions are identified</a:t>
                </a:r>
              </a:p>
              <a:p>
                <a:pPr lvl="1"/>
                <a:r>
                  <a:rPr lang="en-US" dirty="0"/>
                  <a:t>TSs interact only if they both execute the same handshake action</a:t>
                </a:r>
              </a:p>
              <a:p>
                <a:r>
                  <a:rPr lang="en-US" dirty="0"/>
                  <a:t>Channel systems (buffer-based communication) :</a:t>
                </a:r>
              </a:p>
              <a:p>
                <a:pPr lvl="1"/>
                <a:r>
                  <a:rPr lang="en-US" dirty="0"/>
                  <a:t>A FIFO buffer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maintained to store messages </a:t>
                </a:r>
              </a:p>
              <a:p>
                <a:pPr lvl="1"/>
                <a:r>
                  <a:rPr lang="en-US" dirty="0"/>
                  <a:t>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𝑃𝐺</m:t>
                    </m:r>
                  </m:oMath>
                </a14:m>
                <a:r>
                  <a:rPr lang="en-US" dirty="0"/>
                  <a:t> extended with communication actions: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Transmit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</m:oMath>
                </a14:m>
                <a:r>
                  <a:rPr lang="en-US" dirty="0"/>
                  <a:t> on channel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: Receive the value from channel c into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you fix channel capacity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you can model handshake</a:t>
                </a:r>
              </a:p>
              <a:p>
                <a:pPr lvl="1"/>
                <a:r>
                  <a:rPr lang="en-US" dirty="0"/>
                  <a:t>If channel capacity is greater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then you can model asynchronous message passing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A8E972A-333F-4CA1-975F-A546306AE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EB240D1-B911-4BC6-B101-7C5622790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Other kinds of concurrency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E93FB-0B1B-41FE-966A-8BC4549A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66EBB-AC29-4798-8828-F2C1F811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848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B43E2E-6BA7-4F98-B7D0-4F2FB39BE5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Number of states in an LTS for a program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𝐿𝑜𝑐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Number of states grows exponentially in the number of program variables!</a:t>
                </a:r>
              </a:p>
              <a:p>
                <a:r>
                  <a:rPr lang="en-US" dirty="0"/>
                  <a:t>Each program variable’s domain might be quite large</a:t>
                </a:r>
              </a:p>
              <a:p>
                <a:r>
                  <a:rPr lang="en-US" dirty="0"/>
                  <a:t>Concurrency makes things worse: number of states is exponential in the number of concurrent components</a:t>
                </a:r>
              </a:p>
              <a:p>
                <a:r>
                  <a:rPr lang="en-US" dirty="0"/>
                  <a:t>Channels add state (many of them)!</a:t>
                </a:r>
              </a:p>
              <a:p>
                <a:r>
                  <a:rPr lang="en-US" dirty="0"/>
                  <a:t>Unbounded channels, unbounded variables, complex data structures = potentially infinite state space</a:t>
                </a:r>
              </a:p>
              <a:p>
                <a:r>
                  <a:rPr lang="en-US" dirty="0"/>
                  <a:t>How do we reason about such LTSs?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B43E2E-6BA7-4F98-B7D0-4F2FB39BE5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857" b="-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5A24478-E856-487A-A5C0-E00FEC3B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State space explosion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7306E-CCE8-44E1-A64A-3EB981B0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53D25-9ADC-406D-95C8-A4F93BFC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9473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CBEEC4-5B57-4E2C-A486-E93D96488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different strategies</a:t>
            </a:r>
          </a:p>
          <a:p>
            <a:pPr lvl="1"/>
            <a:r>
              <a:rPr lang="en-US" dirty="0"/>
              <a:t>Abstracting away data if it is not necessary to compute the structure of the LTS</a:t>
            </a:r>
          </a:p>
          <a:p>
            <a:pPr lvl="1"/>
            <a:r>
              <a:rPr lang="en-US" dirty="0"/>
              <a:t>Finding ways to reduce the size of the LTS (by exploiting its structure)</a:t>
            </a:r>
          </a:p>
          <a:p>
            <a:pPr lvl="1"/>
            <a:r>
              <a:rPr lang="en-US" dirty="0"/>
              <a:t>Finding ways to bound how many different program behaviors to consider</a:t>
            </a:r>
          </a:p>
          <a:p>
            <a:pPr lvl="1"/>
            <a:r>
              <a:rPr lang="en-US" dirty="0"/>
              <a:t>Abstract interpretation of data variables</a:t>
            </a:r>
          </a:p>
          <a:p>
            <a:pPr lvl="1"/>
            <a:r>
              <a:rPr lang="en-US" dirty="0"/>
              <a:t>Abstraction-Refinement </a:t>
            </a:r>
          </a:p>
          <a:p>
            <a:pPr lvl="1"/>
            <a:r>
              <a:rPr lang="en-US" dirty="0"/>
              <a:t>Parameterized verification</a:t>
            </a:r>
          </a:p>
          <a:p>
            <a:endParaRPr lang="en-US" dirty="0"/>
          </a:p>
          <a:p>
            <a:r>
              <a:rPr lang="en-US" dirty="0"/>
              <a:t>We will inspect some of these through this course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6421D-F6E5-4EBF-8CE0-35B22406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Ameliorating State Explosion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80C66-77ED-4A70-A75A-3CE9EF02D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F6E83-8A13-4F0A-980B-D840BFEF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74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30965</TotalTime>
  <Words>4259</Words>
  <Application>Microsoft Office PowerPoint</Application>
  <PresentationFormat>Widescreen</PresentationFormat>
  <Paragraphs>650</Paragraphs>
  <Slides>41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Cambria</vt:lpstr>
      <vt:lpstr>Cambria Math</vt:lpstr>
      <vt:lpstr>Wingdings 3</vt:lpstr>
      <vt:lpstr>Office Theme</vt:lpstr>
      <vt:lpstr>Automata Theory, Logic, and Formal Verification  Labelled Transition Systems</vt:lpstr>
      <vt:lpstr>Overview</vt:lpstr>
      <vt:lpstr>Transition Systems</vt:lpstr>
      <vt:lpstr>LTS formal definition</vt:lpstr>
      <vt:lpstr>Transitions</vt:lpstr>
      <vt:lpstr>Initial states &amp; Atomic propositions</vt:lpstr>
      <vt:lpstr>Example of LTS</vt:lpstr>
      <vt:lpstr>Successors and Predecessors</vt:lpstr>
      <vt:lpstr>Example of LTS</vt:lpstr>
      <vt:lpstr>Deterministic Transition System</vt:lpstr>
      <vt:lpstr>Executions</vt:lpstr>
      <vt:lpstr>Execution example</vt:lpstr>
      <vt:lpstr>Reachable States</vt:lpstr>
      <vt:lpstr>Socratic exercise</vt:lpstr>
      <vt:lpstr>Modeling Programs using LTSs</vt:lpstr>
      <vt:lpstr>Examples</vt:lpstr>
      <vt:lpstr>Program graphs</vt:lpstr>
      <vt:lpstr>LTS semantics of a program graph</vt:lpstr>
      <vt:lpstr>Effect and (e)valuation</vt:lpstr>
      <vt:lpstr>LTS can model almost any computation</vt:lpstr>
      <vt:lpstr>LTS model of an ODE</vt:lpstr>
      <vt:lpstr>Concurrent Evolution/Parallelism and Communication</vt:lpstr>
      <vt:lpstr>Synchronous composition</vt:lpstr>
      <vt:lpstr>When LTSs evolve asynchronously (no shared notion of time)</vt:lpstr>
      <vt:lpstr>Interleaved composition of LTSs</vt:lpstr>
      <vt:lpstr>Interleaved LTS</vt:lpstr>
      <vt:lpstr>Shared memory/Asynchronous Message Passing</vt:lpstr>
      <vt:lpstr>Interleaving of program graphs</vt:lpstr>
      <vt:lpstr>Interleaving Program graphs</vt:lpstr>
      <vt:lpstr>Nondeterminism in program graph interleaving </vt:lpstr>
      <vt:lpstr>Interleaved Program Graphs</vt:lpstr>
      <vt:lpstr>Interleaved Transition System</vt:lpstr>
      <vt:lpstr>Mutual Exclusion using Peterson’s algorithm </vt:lpstr>
      <vt:lpstr>PG_0⦀PG_1</vt:lpstr>
      <vt:lpstr>Constructing TS(PG_0⦀PG_1)</vt:lpstr>
      <vt:lpstr>Interleaved Transition System</vt:lpstr>
      <vt:lpstr>Interleaved Transition System</vt:lpstr>
      <vt:lpstr>Final TS(PG_0⦀PG_1 ): Peterson’s mutual exclusion algorithm!</vt:lpstr>
      <vt:lpstr>Other kinds of concurrency</vt:lpstr>
      <vt:lpstr>State space explosion</vt:lpstr>
      <vt:lpstr>Ameliorating State Explosion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126</cp:revision>
  <dcterms:created xsi:type="dcterms:W3CDTF">2018-01-04T23:14:16Z</dcterms:created>
  <dcterms:modified xsi:type="dcterms:W3CDTF">2026-01-26T04:48:19Z</dcterms:modified>
</cp:coreProperties>
</file>